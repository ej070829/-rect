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258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https://react.dev/learn/responding-to-events</a:t>
            </a:r>
          </a:p>
          <a:p>
            <a:r>
              <a:t>https://react.dev/learn/state-a-components-memory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4188F4-D67A-49F9-92D0-1A7D0283AB6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2_5 </a:t>
            </a:r>
            <a:r>
              <a:rPr lang="ko-KR" alt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 속성 이해하기</a:t>
            </a:r>
            <a:endParaRPr lang="en-US"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endParaRPr lang="en-US"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모바일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메모리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게임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F74D4D-3B81-43BA-9472-3FF900621C4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F4BEB2-B8A2-5C45-FAE2-478A6822A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82" y="809625"/>
            <a:ext cx="4267118" cy="53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1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0253D85-DD0A-40FC-837A-9AC820E4019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9CC0D6-C9FA-484C-91B4-6B6CA586B05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이번 단계의 완성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DBFBAD-7949-499D-84B4-CD3AAF8D614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46833" y="1571625"/>
            <a:ext cx="2794335" cy="46196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96ABEF7-9C35-4ED9-BD35-43D54D006933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남색 배경과 게임 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E6346C-3564-4C74-BCE7-7844202E7D17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시도 횟수 0, 찾은 짝 0 / 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C6A1C4-9FC1-439E-BC9C-93CA4EDBE8F8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물음표 카드 4장을 2×2로 배치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3DA8EE-1853-4DAB-AA0E-095F75B7F95C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누르면 살짝 작아지는 카드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1F2F3F-F459-437D-BDAA-A9F0D54D29F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첨부한 실제 실행 화면이에요. 아직 카드를 눌러도 그림은 나오지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54504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5C28F8A-3DB6-4B2E-A686-28B4811191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463DCB-8E2B-4E9F-A6D2-7128B7E26F0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FC9F82-5B1A-4CF1-87E0-6F4B4A1DDDF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memory-game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바로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아래</a:t>
            </a:r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package.json</a:t>
            </a:r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index.html</a:t>
            </a:r>
          </a:p>
          <a:p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폴더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안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main.jsx</a:t>
            </a:r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App.jsx</a:t>
            </a:r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App.css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B93729-2EDA-43E4-8113-129C60AC874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탐색기의 새 폴더로 src를 만들어요. App.jsx와 App.css는 같은 src 폴더에 두어요.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AD6A48-CD13-3DC7-FED3-3D4AE046141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프로젝트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폴더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만들기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68939D4-AB1F-D095-7E7C-4B9270523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148" y="1714500"/>
            <a:ext cx="3582127" cy="28695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159535-404A-8BBE-3AD8-9CA5DD328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981"/>
          <a:stretch>
            <a:fillRect/>
          </a:stretch>
        </p:blipFill>
        <p:spPr>
          <a:xfrm>
            <a:off x="6428147" y="3518499"/>
            <a:ext cx="3582127" cy="3448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6F8F65D-CB7F-A8BF-49FF-0FADD486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981"/>
          <a:stretch>
            <a:fillRect/>
          </a:stretch>
        </p:blipFill>
        <p:spPr>
          <a:xfrm>
            <a:off x="6428146" y="1923562"/>
            <a:ext cx="3582127" cy="3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EFA4264-6A34-4E2E-A33D-F99C5759F9A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memory-game/package.json  /  전체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87755E-5B9F-4B60-A802-FCD2B1B689E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package.json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DF672E-7893-4248-B73F-5EB6BB5DD2C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EBDDB1-85F5-408F-B250-F09044F27BF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"name": "memory-game",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"version": "1.0.0",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"private": true,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"type": "module",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"scripts":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"dev": "vite"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C8A578-FF77-4C2F-9780-60C95ECBF97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입력 후 Ctrl + S로 저장해요. JSON에는 주석을 넣지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68815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55C2DFF-C235-47F4-9D2B-2FAC1A60F43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474042-4521-48EE-A93D-3D63B3682ED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React와 Vite 설치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BB526E-9CAE-406A-A83B-209E969F736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8E0B3F-0418-4A38-BA6A-B228E127324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install react react-dom</a:t>
            </a:r>
          </a:p>
          <a:p>
            <a:endParaRPr sz="25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install -D vite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93918-DFF8-48D1-BE67-914747CBF4C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memory-game 터미널에서 한 줄씩 실행해요. 설치가 끝난 뒤 다음 명령을 입력해요.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737A6D-1F18-76CB-2317-CAFB9581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990714"/>
            <a:ext cx="4378013" cy="310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6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55451DE-BE82-44D8-A1DC-90ACE26D6D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memory-game/index.html  /  전체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7BFB6A-E372-43F0-AC1F-5BBBD9FDE50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index.html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8504A5-CAF6-410A-B1A8-A84F4749678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0B0B18-F918-4945-A2D9-BCF57B30EBC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&lt;!DOCTYPE html&gt;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&lt;html lang="ko"&gt;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&lt;head&gt;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&lt;meta charset="UTF-8" /&gt;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&lt;meta name="viewport"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content="width=device-width, initial-scale=1.0" /&gt;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&lt;title&gt;짝꿍 카드 찾기&lt;/title&gt;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&lt;/head&gt;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&lt;body&gt;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&lt;div id="root"&gt;&lt;/div&gt;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&lt;script type="module" src="/src/main.jsx"&gt;&lt;/script&gt;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&lt;/body&gt;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&lt;/html&gt;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431A33-D5F2-4406-B28C-45FA9CBAE93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viewport 설정으로 휴대폰 너비에 맞춰 표시해요. 입력 후 저장하세요.</a:t>
            </a:r>
          </a:p>
        </p:txBody>
      </p:sp>
    </p:spTree>
    <p:extLst>
      <p:ext uri="{BB962C8B-B14F-4D97-AF65-F5344CB8AC3E}">
        <p14:creationId xmlns:p14="http://schemas.microsoft.com/office/powerpoint/2010/main" val="165535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B6092FB-20FE-4923-97A7-F7A02B2A909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src/main.jsx  /  전체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898CB9-6971-4A43-86F1-67578ACB654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main.jsx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8A5138-030E-495B-9BDF-4A2F5623B56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586C6-2384-48A4-83C1-CC404434381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{ createRoot } from "react-dom/client";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App from "./App.jsx";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root = createRoot(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document.getElementById("root")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);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root.render(&lt;App /&gt;);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AB6831-A2E8-450A-95A1-91650DFCF40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입력 후 저장해요. App.jsx의 화면을 index.html 안의 root에 연결해요.</a:t>
            </a:r>
          </a:p>
        </p:txBody>
      </p:sp>
    </p:spTree>
    <p:extLst>
      <p:ext uri="{BB962C8B-B14F-4D97-AF65-F5344CB8AC3E}">
        <p14:creationId xmlns:p14="http://schemas.microsoft.com/office/powerpoint/2010/main" val="209630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382B132-F004-4355-8ADA-85B26F26CAA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빈 파일에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A68D28-6F82-453D-AE3B-C21384838E7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App.jsx 1/3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3DEF5C-4384-48A9-A37D-19F4119B6F4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8CD633-B660-46C0-BAA0-17938DB1632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"./App.css";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&lt;main className="game"&gt;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&lt;header className="game-header"&gt;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&lt;p className="eyebrow"&gt;MEMORY GAME&lt;/p&gt;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&lt;h1&gt;짝꿍 카드를 찾아라!&lt;/h1&gt;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&lt;p className="description"&gt;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같은 그림의 카드 두 장을 찾아보세요.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&lt;/header&gt;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E61E13-7662-4576-A8C8-32942EA1C08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세 부분을 모두 이어 붙인 뒤 Ctrl + S로 저장해요. 중간에는 문법 오류가 보일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19448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C6F54A-0224-4F37-BEB2-3ED92BDB5C7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596681-9911-47CB-81DE-D7D894A11F06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App.jsx 2/3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54450A-2FEC-40D7-A26F-935603D1D6E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8006F3-D1CE-4338-9B4D-4913972695C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&lt;div className="scoreboard"&gt;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&lt;p&gt;시도 횟수 &lt;strong&gt;0&lt;/strong&gt;&lt;/p&gt;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&lt;p&gt;찾은 짝 &lt;strong&gt;0 / 2&lt;/strong&gt;&lt;/p&gt;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&lt;/div&gt;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&lt;section className="card-grid" aria-label="게임 카드"&gt;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&lt;button type="button" className="card"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aria-label="1번 카드"&gt;?&lt;/button&gt;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&lt;button type="button" className="card"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aria-label="2번 카드"&gt;?&lt;/button&gt;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&lt;button type="button" className="card"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aria-label="3번 카드"&gt;?&lt;/button&gt;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&lt;button type="button" className="card"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aria-label="4번 카드"&gt;?&lt;/button&gt;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4962A9-E833-4631-A90D-4A4DAB02C08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세 부분을 모두 이어 붙인 뒤 Ctrl + S로 저장해요. 중간에는 문법 오류가 보일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08634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8CD3E72-A004-48F7-979E-464AE86866E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FC3584-7D32-4B19-A12B-04B954C66F6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App.jsx 3/3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77D4F3-BA91-4197-B5E5-A8BAA1B2A2C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6234DF-5DDD-46D2-BDF6-39844DA5C5B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&lt;/section&gt;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 className="message"&gt;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준비 완료! 다음 단계에서 카드를 뒤집어요.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&lt;/main&gt;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81651C-A285-43C0-8F9F-E123E57E199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세 부분을 모두 이어 붙인 뒤 Ctrl + S로 저장해요. 중간에는 문법 오류가 보일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6096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BBE48D8-A4B1-456E-9492-7892EE1EF5C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빈 파일에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77759C-C8A3-4CAB-9E6D-CE2ED39E119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1/7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D06633-44AD-4D8A-837C-C2DD1B503AB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D970F-0C2A-41EA-B7DB-D3D4BA65562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* { box-sizing: border-box; 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body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min-height: 100vh;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min-height: 100dvh;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#10172e;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#f5f5ff;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font-family: "Malgun Gothic", sans-serif;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button { font: inherit;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48C6EB-AAF8-4E0A-8050-AB03B1C4495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71984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D09EE98-35C8-406D-8E11-C7BE30055D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FE88C6-DE73-45CD-8BE5-2ECE1C51995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2/7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B31703-80D9-4159-90E2-31C67357DAF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671977-9E69-496F-B83E-AD22A385A6E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.game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max-width: 440px;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auto;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28px 20px;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.game-header { text-align: center; 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.eyebrow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0 12px;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#8ff0cd;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13px;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font-weight: bold;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letter-spacing: 3px;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EF14F4-0CD6-42F3-9465-3AACC6B76A5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61157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8B6684C-7F61-4357-863C-398A8A2C1F9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21A4E2-5B8E-43E0-BC08-AAA2762D588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3/7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8F5F99-07B8-4573-9E51-8E57ADC9A97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48DB6F-B5CB-4AA5-8528-4901AB89763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h1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clamp(23px, 6vw, 30px);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letter-spacing: -1px;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.description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14px 0 24px;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#bac5e7;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14px;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line-height: 1.6;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7416CC-A956-4CF7-AED8-6E3ADCE771B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24310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F95C33F-A050-4946-B152-3949725903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D20CEB-885E-40CB-AE88-0E170D1D068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4/7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1AF1C6-5EDF-4EB2-84D0-239BC1F47B6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F311D1-70D3-4F94-A321-677F2132CA4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.scoreboard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flex;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justify-content: space-between;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gap: 10px;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margin-bottom: 20px;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.scoreboard p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flex: 1;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14px 8px;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1px solid #394774;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14px;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#202d50;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text-align: center; font-size: 14px;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21E6D7-141F-47A5-8EAB-E7ADB4E73E8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200115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433B3F8-BA60-4A98-9134-8FAA92B158D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5473A2-E705-4BD5-97AD-3E5D9923251B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5/7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8DE1FA-87FB-4B75-86FF-DEF302E68A6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D9E58F-19CB-4E9D-8649-00203B17DD3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.scoreboard strong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margin-left: 5px;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#8ff0cd;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20px;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.card-grid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grid;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grid-template-columns: repeat(2, 1fr);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gap: 14px;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44EE73-59C8-45B2-B53A-103AB385260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35699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FE112C-335B-4D67-BABF-042C5AD73FA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D97223-68F0-4FE3-9B21-04C33D9C107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6/7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F2B9E1-B723-420B-8ACB-8D6B8428907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871CB7-B1EF-478E-8710-1E095579072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grid;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place-items: center;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aspect-ratio: 1;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3px solid #505a98;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22px;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linear-gradient(145deg, #2c3965, #202949);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#eeeaff;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clamp(48px, 15vw, 72px);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font-weight: bold;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cursor: pointer;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touch-action: manipulation;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B5A6-6696-4FC5-B1A6-BF28108B7BE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203818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3A2BEB2-7A8A-416C-924D-3028B04D693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코드를 유지하고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884455-4993-4318-8B49-05AAF8E3AA7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App.css 7/7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3820F4-4415-4BE0-A49C-3D57B3E8662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ADC88E-E49B-48BE-AC51-D0C8F3C034A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.card:active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transform: scale(0.97);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.card:focus-visible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outline: 3px solid #8ff0cd;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outline-offset: 3px;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.message {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24px 0 0;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#d6c5ff;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text-align: center;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14px;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line-height: 1.6;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1288FE-B0E8-43E2-AC11-C3D5D5DE503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전체 일곱 부분을 같은 파일에 순서대로 이어 붙이고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66340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E86B55A-6984-467D-B8FB-0256693E36C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DFC90F-FB11-4FFF-A42B-AC2F33E0D3E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09  컴퓨터에서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A1D368-7485-46B4-B101-EC0DA4F0853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612436-D6CC-445B-B8F7-CD33D87FC76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run dev -- --host 0.0.0.0</a:t>
            </a:r>
          </a:p>
          <a:p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터미널의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Local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주소를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Ctrl +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클릭해요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카드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4장이 두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줄로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표시되는지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확인해요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E7FE5A-12AD-4D88-8745-4F600CB570B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명령은 memory-game 폴더에서 실행해요. 이미 서버가 실행 중이면 Ctrl + C 후 실행해요.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836AC1-EE30-9376-CF99-2B55E529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216" y="1095375"/>
            <a:ext cx="4549534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57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6D26244-2656-40F0-8B60-B3B9835F7FE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B27088-5F90-44C6-9027-5B658B03646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10  휴대폰으로 접속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B329C1-CD35-4238-850A-B664C338A11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86F150-B28C-4724-8131-91C3C2DDC3E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컴퓨터와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휴대폰을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같은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Wi-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Fi에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연결해요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endParaRPr sz="21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터미널에서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Network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주소를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확인해요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endParaRPr sz="21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휴대폰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브라우저에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주소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전체를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입력해요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endParaRPr sz="21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예: http://192.168.0.15:5173/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28B314-C14C-49EC-B59A-9E6E6AC0AEF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예시 주소 대신 자신의 Network 주소를 사용해요. 포트 번호까지 입력하고 서버를 켜 두어요.</a:t>
            </a:r>
          </a:p>
        </p:txBody>
      </p:sp>
    </p:spTree>
    <p:extLst>
      <p:ext uri="{BB962C8B-B14F-4D97-AF65-F5344CB8AC3E}">
        <p14:creationId xmlns:p14="http://schemas.microsoft.com/office/powerpoint/2010/main" val="728646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832E7C0-4990-43B8-B63E-BCED4C237DC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8E4877-6E58-45F4-B452-C156D67F3FD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 실행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E9C5B0-24BB-4788-8313-33BBA7861A7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63124" y="714374"/>
            <a:ext cx="2369634" cy="526928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A7AFE93-D9E0-4498-8937-BF65464EE31F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휴대폰에서 실제 실행한 화면이에요.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5A3954-3B07-45BD-B785-0946C6AB64F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카드는 손가락으로 누를 수 있어요.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639E98-2E1F-4E09-9C0E-39F3093120F8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이번 단계에서는 눌림 효과만 보여요.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835FF4-B451-452A-B794-81CFEF3C3F4A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그림 공개 이벤트는 2단계에서 추가해요.</a:t>
            </a:r>
          </a:p>
        </p:txBody>
      </p:sp>
    </p:spTree>
    <p:extLst>
      <p:ext uri="{BB962C8B-B14F-4D97-AF65-F5344CB8AC3E}">
        <p14:creationId xmlns:p14="http://schemas.microsoft.com/office/powerpoint/2010/main" val="117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B51D91E-EDCE-409E-8BF1-5018FE0432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2단계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46AE54-8BB8-4428-ACF9-2C1E0740F89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터치해서 카드 뒤집기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6A6603-1465-4CED-9962-E1F8875A587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647F6D-84C6-4102-BE89-4622AF3C4FF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1단계 파일을 수정하는 실습</a:t>
            </a:r>
          </a:p>
          <a:p>
            <a:endParaRPr sz="25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src/App.jsx  이벤트와 상태 추가</a:t>
            </a: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src/App.css  열린 카드 색상 추가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DA5DFE-B417-45D0-A6E8-55ED548E303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완성 목표: 터치한 카드 한 장의 그림과 번호가 화면에 나타나요.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514C82-A766-2412-CD98-657780827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07046" y="1176338"/>
            <a:ext cx="20988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96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ACDF84A-D3DB-4341-B528-60D2136A84F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2단계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FAACC0-0794-45AE-8827-9314387E06A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이번 실습의 완성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005AF-7128-4CE5-8161-0E641F519F1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095003"/>
            <a:ext cx="2857500" cy="352524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03C62C9-61B8-456E-AED8-0E5407D81F39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3번 카드를 누르면 그림이 보여요.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선택한 카드는 연보라색으로 바뀌어요.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아래 문구에도 카드 번호가 나타나요.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다른 카드를 누르면 이전 카드는 닫혀요.</a:t>
            </a:r>
          </a:p>
        </p:txBody>
      </p:sp>
    </p:spTree>
    <p:extLst>
      <p:ext uri="{BB962C8B-B14F-4D97-AF65-F5344CB8AC3E}">
        <p14:creationId xmlns:p14="http://schemas.microsoft.com/office/powerpoint/2010/main" val="519079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54BD2E8-DD02-4CD3-A1C0-CF57E979D85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맨 위 import 한 줄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D92EDD-5043-4E44-9DC9-E21A942132D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useState 가져오기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A504A6-80EA-458F-B6DB-94ACEC8561F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40DC54-99B2-4B99-9680-E5451298FB0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찾을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코드</a:t>
            </a:r>
            <a:endParaRPr sz="2175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endParaRPr sz="2175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아래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한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줄로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교체</a:t>
            </a:r>
            <a:endParaRPr sz="2175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React, {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useState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} from "react";</a:t>
            </a:r>
          </a:p>
          <a:p>
            <a:endParaRPr sz="2175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그다음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줄은</a:t>
            </a: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유지</a:t>
            </a:r>
            <a:endParaRPr sz="2175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"./App.css";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AF7DDA-C62A-470B-98C4-89E53C40664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useState는 선택한 카드 번호를 기억하고 화면에 반영하는 데 사용해요.</a:t>
            </a:r>
          </a:p>
        </p:txBody>
      </p:sp>
    </p:spTree>
    <p:extLst>
      <p:ext uri="{BB962C8B-B14F-4D97-AF65-F5344CB8AC3E}">
        <p14:creationId xmlns:p14="http://schemas.microsoft.com/office/powerpoint/2010/main" val="185227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3927B9-75B7-466D-9CBD-746D9DB3645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App 함수 안, return 바로 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F922AF-D832-482F-B89E-BF3502055BD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새 코드가 들어갈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21C811-3799-4E65-B3BE-83C3E0979D6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BDB22C-B4A2-4568-AF24-E83D4629525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endParaRPr sz="24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// </a:t>
            </a:r>
            <a:r>
              <a:rPr sz="24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다음</a:t>
            </a: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장의</a:t>
            </a: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코드를</a:t>
            </a: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이 </a:t>
            </a:r>
            <a:r>
              <a:rPr sz="24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위치에</a:t>
            </a: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추가</a:t>
            </a:r>
            <a:endParaRPr sz="24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endParaRPr sz="240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7CDC97-A116-4127-9326-1EFC178067E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위의 주석은 위치 안내예요. App 함수 밖이나 return 안에 추가하지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846571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F68E027-FDB3-4474-84C4-565612C6F0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장에서 확인한 빈 위치에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379C9B-7887-42B9-AF64-5E8884B7AB4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카드 데이터와 상태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8A3A01-4C9D-4746-9D07-ADC43B111F0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BB5D46-F43C-4F5D-96A3-6008AED424F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cards = [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1, emoji: "\u{1F9D9}" },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2, emoji: "\u{1F409}" },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3, emoji: "\u{1F9D9}" },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4, emoji: "\u{1F409}" 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];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[selectedId, setSelectedId] = useState(null);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function handleCardClick(id)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setSelectedId(id);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F8A5A9-00DB-490D-89CC-ECD3E5D323A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문자열의 \u{1F9D9}는 마법사, \u{1F409}는 용이에요. 그대로 입력하면 그림이 나와요.</a:t>
            </a:r>
          </a:p>
        </p:txBody>
      </p:sp>
    </p:spTree>
    <p:extLst>
      <p:ext uri="{BB962C8B-B14F-4D97-AF65-F5344CB8AC3E}">
        <p14:creationId xmlns:p14="http://schemas.microsoft.com/office/powerpoint/2010/main" val="235778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82C2696-0217-4E46-B137-284DCC30FA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방금 추가한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A2D609-DC33-4F66-A47E-B7AA33061D6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상태와 이벤트 함수의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E822B1-F583-4226-9D56-9EE3AD54BCA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E1F866-B7ED-4968-ACDC-328F008E27C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cards: 카드 번호와 그림을 담은 목록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selectedId: 지금 선택한 카드 번호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null: 아직 아무 카드도 선택하지 않은 상태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handleCardClick(3): 선택한 번호를 3으로 변경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9D26F1-B3BC-47D9-A588-BFF85EEE965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setSelectedId가 상태를 바꾸면 React가 화면을 다시 계산해요.</a:t>
            </a:r>
          </a:p>
        </p:txBody>
      </p:sp>
    </p:spTree>
    <p:extLst>
      <p:ext uri="{BB962C8B-B14F-4D97-AF65-F5344CB8AC3E}">
        <p14:creationId xmlns:p14="http://schemas.microsoft.com/office/powerpoint/2010/main" val="537041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47FA264-5A69-4CEE-B585-E170D7FC9B1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card-grid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8D8361-15EB-459F-9040-46B00B9DC60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교체할 카드 영역 찾기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D0091D-D204-4D5A-B7AD-2372DD959AB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894128-CC18-4393-A4D6-92014A6C436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시작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위치</a:t>
            </a:r>
            <a:endParaRPr sz="19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&lt;section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className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="card-grid" aria-label="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게임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카드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"&gt;</a:t>
            </a:r>
          </a:p>
          <a:p>
            <a:endParaRPr sz="19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이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안에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있는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button 4개를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모두</a:t>
            </a: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포함</a:t>
            </a:r>
            <a:endParaRPr sz="19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endParaRPr sz="19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끝 </a:t>
            </a:r>
            <a:r>
              <a:rPr sz="19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위치</a:t>
            </a:r>
            <a:endParaRPr sz="19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&lt;/section&gt;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972AC8-9FE7-4B48-9B84-80C4CB8227E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시작 section부터 닫는 /section까지 선택해요. 점수판과 안내 문구는 제외해요.</a:t>
            </a:r>
          </a:p>
        </p:txBody>
      </p:sp>
    </p:spTree>
    <p:extLst>
      <p:ext uri="{BB962C8B-B14F-4D97-AF65-F5344CB8AC3E}">
        <p14:creationId xmlns:p14="http://schemas.microsoft.com/office/powerpoint/2010/main" val="492943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0298537-E9C9-4C22-BE40-4F4B1E7F6EA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선택한 section 전체를 지운 자리에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47FDA-799A-4119-A629-D81CA105B70B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카드 영역 교체 1/2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BA55D7-79EF-4A92-B057-76426B72932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7F034C-30BC-4E6C-ACFE-323ADDD3741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&lt;section className="card-grid" aria-label="게임 카드"&gt;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{cards.map((card) =&gt; 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&lt;button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key={card.id}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type="button"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className={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selectedId === card.id ? "card is-open" : 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onClick={() =&gt; handleCardClick(card.id)}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06F9C3-E3AD-4C5F-8F28-55FC6897627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다음 장 코드를 바로 이어 붙여야 완성돼요. 아직 닫는 태그를 추가하지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932417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B1C68D5-DC7B-464C-804D-88FD7A91C0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 onClick 줄 바로 아래에 이어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5CBFC2-7B3E-4E32-A996-5012F62C2F0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카드 영역 교체 2/2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98FBC6-21AF-4973-8093-599B3BB5A75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E860E7-1632-490D-AF9B-208816B3AD1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aria-label={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selectedId === card.id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? `${card.id}번 카드: ${card.emoji}`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    : `${card.id}번 카드 뒤집기`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aria-pressed={selectedId === card.id}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{selectedId === card.id ? card.emoji : "?"}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))}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&lt;/section&gt;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29F2C6-6BC2-4991-9049-274D01775DD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두 장 코드를 합쳐 section 하나가 돼요. 기존 버튼 4개는 남아 있으면 안 돼요.</a:t>
            </a:r>
          </a:p>
        </p:txBody>
      </p:sp>
    </p:spTree>
    <p:extLst>
      <p:ext uri="{BB962C8B-B14F-4D97-AF65-F5344CB8AC3E}">
        <p14:creationId xmlns:p14="http://schemas.microsoft.com/office/powerpoint/2010/main" val="1079485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CEC54A4-9BC7-4DAE-B09B-0262C65F2CA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버튼의 동작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2F84E-B558-496E-A644-B524F673EEDB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onClick과 조건부 표시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9DD9CA-27D6-40A3-8842-0536E2F0D6E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CE7459-325E-4AA2-B8F4-9E0FB2D07B2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onClick={() =&gt; handleCardClick(card.id)}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터치하거나 클릭했을 때 해당 카드 번호를 전달해요.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selectedId === card.id ? card.emoji : "?"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선택한 번호와 같으면 그림, 다르면 ?를 표시해요.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cards.map(...)은 데이터 4개로 버튼 4개를 만들어요.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2263D9-98AC-435C-ACC7-0BD64EC4811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key는 각 카드를 구별하는 값이에요. onClick의 C는 반드시 대문자예요.</a:t>
            </a:r>
          </a:p>
        </p:txBody>
      </p:sp>
    </p:spTree>
    <p:extLst>
      <p:ext uri="{BB962C8B-B14F-4D97-AF65-F5344CB8AC3E}">
        <p14:creationId xmlns:p14="http://schemas.microsoft.com/office/powerpoint/2010/main" val="1660869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35DCFA-F3FF-45A2-97FD-42D919727E6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section 바로 아래의 p 전체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3D1D47-6EFC-4700-A725-42DFE1AB48B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기존 안내 문구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02DDE1-5E5E-419F-8B78-F3C827C34FA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DCFAB-4A89-439B-A20E-340ACCC51E3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찾을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코드</a:t>
            </a:r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endParaRPr sz="22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className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="message"&gt;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준비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완료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!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다음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단계에서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카드를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뒤집어요</a:t>
            </a: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96258F-C549-4AC4-9093-C9A248D5347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p의 시작 태그부터 닫는 태그까지 선택해요. 다음 장 코드로 교체해요.</a:t>
            </a:r>
          </a:p>
        </p:txBody>
      </p:sp>
    </p:spTree>
    <p:extLst>
      <p:ext uri="{BB962C8B-B14F-4D97-AF65-F5344CB8AC3E}">
        <p14:creationId xmlns:p14="http://schemas.microsoft.com/office/powerpoint/2010/main" val="1249629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E1644D-7F03-445D-972D-6064A0EC7E5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장의 p 전체를 아래 코드로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0DB0AE-E54B-490E-812C-916F06937E5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선택 번호가 표시되는 안내 문구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274A22-FFE8-49DB-A2C2-15EF0C053E4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9F27B-2DA9-49BE-AF67-CDC516EB077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 className="message" aria-live="polite"&gt;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{selectedId === null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? "카드를 한 장 터치해 보세요."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: `${selectedId}번 카드를 선택했어요!`}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6792D4-DCD7-4AA8-8FBB-7E5B8F36B72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${selectedId}가 들어간 문자열은 작은따옴표가 아닌 백틱(`)으로 감싸요.</a:t>
            </a:r>
          </a:p>
        </p:txBody>
      </p:sp>
    </p:spTree>
    <p:extLst>
      <p:ext uri="{BB962C8B-B14F-4D97-AF65-F5344CB8AC3E}">
        <p14:creationId xmlns:p14="http://schemas.microsoft.com/office/powerpoint/2010/main" val="1965980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5A23541-2FE0-400A-A1F1-2E05B0230BA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Ctrl + End로 파일 맨 아래 이동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8F1218-F8B9-4A77-8090-748E768257D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열린 카드 디자인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B20553-0ACA-482F-8E59-BC3C5EE3122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75039D-4B29-4F76-9FB6-F1F3FC7C803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.card.is-open {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#e4d8ff;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border-color: #c4a7ff;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#202949;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D3C692-C565-47EB-98FA-3E39CCF96AA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마지막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}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뒤에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새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줄을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만들고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추가해요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.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.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card와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.message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코드는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유지해요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7215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A089218-5618-410E-9FE1-54017004ED3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 · 두 파일 모두 Ctrl + 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4E9414-7B9F-4129-9D8F-A0D82CDF937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저장과 컴퓨터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7D61FC-0DE5-4D0E-8388-246C5EB46C1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A9B8B9-CBE8-45E3-B165-63A9BB68A35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실행 중이면 브라우저에서 결과를 확인해요.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꺼져 있으면 memory-game 터미널에서 실행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 -- --host 0.0.0.0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터미널의 Local 주소를 열어 카드를 클릭해요.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2DE6E4-1131-4A87-A244-E2AC3DAA93B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수정 도중 생긴 오류는 모든 코드 입력과 저장을 마친 뒤 확인해요.</a:t>
            </a:r>
          </a:p>
        </p:txBody>
      </p:sp>
    </p:spTree>
    <p:extLst>
      <p:ext uri="{BB962C8B-B14F-4D97-AF65-F5344CB8AC3E}">
        <p14:creationId xmlns:p14="http://schemas.microsoft.com/office/powerpoint/2010/main" val="301671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168099-5AC3-4A34-8DAD-2492F47781B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2단계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202F73-7464-4014-BDF0-F5164B6BCD2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휴대폰에서 터치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EBFBE4-4183-45EA-8566-67C1F62FC70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3177" y="1524000"/>
            <a:ext cx="2098895" cy="4667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4335CC6-498F-462B-B121-517C33DFBCED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컴퓨터와 휴대폰을 같은 Wi-Fi에 연결해요.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터미널의 Network 주소 전체로 접속해요.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기존 화면을 열어 두었다면 새로고침해요.</a:t>
            </a:r>
          </a:p>
          <a:p>
            <a:endParaRPr sz="21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컴퓨터와 서버를 켜 둔 채 카드를 터치해요.</a:t>
            </a:r>
          </a:p>
        </p:txBody>
      </p:sp>
    </p:spTree>
    <p:extLst>
      <p:ext uri="{BB962C8B-B14F-4D97-AF65-F5344CB8AC3E}">
        <p14:creationId xmlns:p14="http://schemas.microsoft.com/office/powerpoint/2010/main" val="914921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E89BE22-41A4-4028-85DD-3D8CA2DC5A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3단계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A742C6-98B9-438D-AC5E-266B13FAF9CB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두 장 선택하고 짝 비교하기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8544A3-310D-42DA-B156-40EC4E78EB9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CD1BCA-8BB9-4AB0-8B97-B9C48B84E52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2단계 파일을 수정하는 실습</a:t>
            </a:r>
          </a:p>
          <a:p>
            <a:endParaRPr sz="25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src/App.jsx  선택과 비교 기능</a:t>
            </a: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src/App.css  정답 카드 디자인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DB4EFC-DFA9-47A4-A0DC-05D17281B2F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목표: 같은 그림을 찾으면 민트색으로 남고, 찾은 짝과 시도 횟수가 바뀌어요.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2D4A50-9055-E2FB-9063-FD9A392F9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99114" y="982579"/>
            <a:ext cx="20988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01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999BDAD-6543-4308-AFF7-E8F70CBC23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3단계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1F1F3A-C25E-4A77-BE46-EF208FA3545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3단계 완성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F36AD8-1382-4DC2-B16C-1D0F2206B23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428875"/>
            <a:ext cx="2857500" cy="2857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5DEEB1-0B5F-42F8-9865-3DD008FDB948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같은 그림 두 장을 선택하면 정답이에요.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맞춘 카드는 열린 상태로 남아요.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두 장을 비교할 때 시도 횟수가 늘어요.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모두 찾으면 완료 문구가 나타나요.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사진의 시도 횟수는 플레이에 따라 달라요.</a:t>
            </a:r>
          </a:p>
        </p:txBody>
      </p:sp>
    </p:spTree>
    <p:extLst>
      <p:ext uri="{BB962C8B-B14F-4D97-AF65-F5344CB8AC3E}">
        <p14:creationId xmlns:p14="http://schemas.microsoft.com/office/powerpoint/2010/main" val="1911629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DC3A63D-2C81-4BE1-883B-B8D7BE53DF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const [selectedId,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E3409D-0C55-444C-B8E5-895369E3B53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교체할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코드</a:t>
            </a:r>
            <a:r>
              <a:rPr 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lang="ko-KR" alt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삭제</a:t>
            </a:r>
            <a:r>
              <a:rPr lang="en-US" altLang="ko-KR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E9AE72-366F-43BD-98B4-0A888F8CB9A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769173-C63D-4595-821A-F180AC47820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[selectedId, setSelectedId] = useState(null);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handleCardClick(id)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setSelectedId(id);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31524A-7A0A-4E22-87BA-20D0F84C87F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상태 선언부터 함수의 닫는 }까지 모두 선택해요. 아래 return (은 선택하지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380933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1CAFA2C-3DD8-41A2-A974-DFCF798E93B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선택한 기존 코드를 지운 자리에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3BE1E2-623C-476D-8C4E-D44FA06AFA4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새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상태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3개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7EB8-4C50-47A7-BFC3-56A1597AF9D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277D7B-A978-472E-9E8C-B04404177EB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[selectedIds, setSelectedIds] = useState([]);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[matchedIds, setMatchedIds] = useState([]);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[attempts, setAttempts] = useState(0);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13FA77-65E1-4277-A459-6475965762A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 아래에 다음 세 장의 함수를 순서대로 이어 붙여요. 모두 return 위에 위치해요.</a:t>
            </a:r>
          </a:p>
        </p:txBody>
      </p:sp>
    </p:spTree>
    <p:extLst>
      <p:ext uri="{BB962C8B-B14F-4D97-AF65-F5344CB8AC3E}">
        <p14:creationId xmlns:p14="http://schemas.microsoft.com/office/powerpoint/2010/main" val="6095223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482767-5329-4EF1-8BE1-73774458220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attempts 선언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414300-B7B7-4DDB-968C-F20CF695D2D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클릭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1/3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EEB552-8FDE-43F0-8202-6D856EAE85B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4CF5F2-4948-4E89-8846-CFC363766363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handleCardClick(id)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(matchedIds.includes(id))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(selectedIds.length === 2)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setSelectedIds([id]);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80728A-CD87-4510-90B4-FEB3039B997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맞춘 카드는 건너뛰고, 두 장 비교 후 누른 새 카드를 첫 번째 카드로 지정해요.</a:t>
            </a:r>
          </a:p>
        </p:txBody>
      </p:sp>
    </p:spTree>
    <p:extLst>
      <p:ext uri="{BB962C8B-B14F-4D97-AF65-F5344CB8AC3E}">
        <p14:creationId xmlns:p14="http://schemas.microsoft.com/office/powerpoint/2010/main" val="20480989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CBBD6D6-A8A3-40E4-A5BF-1F39E020136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 마지막 } 다음 줄에 이어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4CEBDD-841F-421F-A159-BF3DFCBF6A6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클릭 함수 2/3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66B77C-EAF6-464D-8BAA-9CE879A1250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10CA76-5BF7-4EB8-975A-68E205818C2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(selectedIds.includes(id))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nextSelectedIds = [...selectedIds, id];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setSelectedIds(nextSelectedIds);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(nextSelectedIds.length === 2)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setAttempts((prev) =&gt; prev + 1);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CCE458-AA24-4621-B024-A54AFF17583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같은 카드를 중복 선택하지 않아요. 두 번째 카드를 선택하면 시도 횟수를 늘려요.</a:t>
            </a:r>
          </a:p>
        </p:txBody>
      </p:sp>
    </p:spTree>
    <p:extLst>
      <p:ext uri="{BB962C8B-B14F-4D97-AF65-F5344CB8AC3E}">
        <p14:creationId xmlns:p14="http://schemas.microsoft.com/office/powerpoint/2010/main" val="1138271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F9C898A-1794-4BE2-AC22-A5BF83DB6C4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 setAttempts 줄 바로 아래에 이어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7A8AD6-E1C3-4AD0-9CDB-D03C0EE75D7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클릭 함수 3/3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759117-1AD9-4180-B7F4-353C101622E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E3FA23-3CAD-4800-A0DD-DB1CB088D04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firstCard = cards.find(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(card) =&gt; card.id === nextSelectedIds[0]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secondCard = cards.find(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(card) =&gt; card.id === nextSelectedIds[1]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if (firstCard.emoji === secondCard.emoji)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setMatchedIds((prev) =&gt; [...prev, ...nextSelectedIds]);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101A91-FA11-4051-AC5D-2BF53E1BAC7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마지막 }는 handleCardClick 함수의 끝이에요. 그다음에 기존 return (이 이어져요.</a:t>
            </a:r>
          </a:p>
        </p:txBody>
      </p:sp>
    </p:spTree>
    <p:extLst>
      <p:ext uri="{BB962C8B-B14F-4D97-AF65-F5344CB8AC3E}">
        <p14:creationId xmlns:p14="http://schemas.microsoft.com/office/powerpoint/2010/main" val="2012822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15F445F-8F4F-4411-9439-B412380863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위에서 아래로 순서 확인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C9E42C-EA5A-4B6D-B6BE-BD24CC42A06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추가 위치 최종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634659-CE3A-4D04-96DA-2320C53D26E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3BF582-4581-4D7C-BC34-A832CD2ABF6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두 줄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기존 cards 배열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새 상태 선언 3개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새 handleCardClick 함수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기존 화면 JSX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485243-4766-4DE9-9E79-D55819788CD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장은 구조 안내예요. 화면에 적힌 “기존 cards 배열” 등을 코드에 입력하지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742847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A856410-E815-4D12-8D8D-445B37CC54F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배열과 숫자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B62DCD-03B1-47CE-B278-9FD59A45369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세 가지 상태의 의미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610E4A-648E-4F29-9798-E48B51018CD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0681B2-524C-4DAD-8873-E75F60B1869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selectedIds: 이번에 선택한 카드 번호, 예: [1, 3]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matchedIds: 지금까지 짝을 맞춘 카드 번호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attempts: 카드 두 장을 비교한 횟수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[]는 아직 카드 번호가 하나도 없는 빈 배열이에요.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49B578-122A-4819-9C4A-4AA5B0AB31C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nextSelectedIds는 방금 누른 번호까지 포함해요. 이 배열로 두 번째 선택을 판단해요.</a:t>
            </a:r>
          </a:p>
        </p:txBody>
      </p:sp>
    </p:spTree>
    <p:extLst>
      <p:ext uri="{BB962C8B-B14F-4D97-AF65-F5344CB8AC3E}">
        <p14:creationId xmlns:p14="http://schemas.microsoft.com/office/powerpoint/2010/main" val="285554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5E23A96-02F8-4A13-A035-A796B5B2637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card-grid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90AFDA-D934-4EDB-A46C-4FCFC4D12A7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기존 카드 영역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885EE1-E8B4-4A7F-89CC-892E7A7F11E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6624FC-189C-4074-BDA4-8C6E73D6C32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시작 태그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&lt;section className="card-grid" aria-label="게임 카드"&gt;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안쪽의 cards.map 코드와 button 전체 포함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끝 태그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&lt;/section&gt;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F43892-4F91-4CE8-8313-F63951972ED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시작부터 끝까지 지우고 다음 두 장의 코드를 순서대로 입력해요.</a:t>
            </a:r>
          </a:p>
        </p:txBody>
      </p:sp>
    </p:spTree>
    <p:extLst>
      <p:ext uri="{BB962C8B-B14F-4D97-AF65-F5344CB8AC3E}">
        <p14:creationId xmlns:p14="http://schemas.microsoft.com/office/powerpoint/2010/main" val="1567963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74A1DBC-C452-4F13-94FE-71C762A520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기존 section을 지운 위치에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15FA9A-7246-438D-BE34-C10BF53ECC3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카드 영역 1/2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ABB4CA-170B-4863-8EC3-BBCC125D15A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E36ADA-41B0-4476-B32A-1321FBCD2A8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&lt;section className="card-grid" aria-label="게임 카드"&gt;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{cards.map((card) =&gt;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isMatched = matchedIds.includes(card.id);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isOpen = selectedIds.includes(card.id) || isMatched;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 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&lt;button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key={card.id}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type="button"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className={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isMatched ? "card is-matched"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  : isOpen ? "card is-open" : "card"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13248F-7EE9-4D42-A4DE-1C7AB2FF096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선택한 카드 또는 이미 맞춘 카드가 열려요. 다음 장을 이어 입력하세요.</a:t>
            </a:r>
          </a:p>
        </p:txBody>
      </p:sp>
    </p:spTree>
    <p:extLst>
      <p:ext uri="{BB962C8B-B14F-4D97-AF65-F5344CB8AC3E}">
        <p14:creationId xmlns:p14="http://schemas.microsoft.com/office/powerpoint/2010/main" val="838796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E7C88AB-960B-4E18-932C-237BEEE3F3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 className의 닫는 } 다음 줄에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09D8FD-A303-441D-A77E-1148413DAF1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카드 영역 2/2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EB6351-D688-4415-8C1A-0A79C15DA3B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295A65-B784-4E0D-A378-FD57CB600C1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onClick={() =&gt; handleCardClick(card.id)}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disabled={isMatched}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aria-label={isOpen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? `${card.id}번 카드: ${card.emoji}`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: `${card.id}번 카드 뒤집기`}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aria-pressed={isOpen}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{isOpen ? card.emoji : "?"}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})}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&lt;/section&gt;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48DF10-B32E-45F0-894D-ED4628E46E0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맞춘 카드는 disabled로 재선택을 막아요. 닫는 괄호와 태그까지 모두 입력하세요.</a:t>
            </a:r>
          </a:p>
        </p:txBody>
      </p:sp>
    </p:spTree>
    <p:extLst>
      <p:ext uri="{BB962C8B-B14F-4D97-AF65-F5344CB8AC3E}">
        <p14:creationId xmlns:p14="http://schemas.microsoft.com/office/powerpoint/2010/main" val="18041482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178D9C6-42CE-4340-946E-F80A820B26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scoreboard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B8C321-BD4D-482D-87C9-8A5341C0A74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기존 점수판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9B1254-EC2D-4AE5-96B4-208AF4319A3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B238CD-1F84-4A80-9EF1-398EAD2E2A2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&lt;div className="scoreboard"&gt;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&lt;p&gt;시도 횟수 &lt;strong&gt;0&lt;/strong&gt;&lt;/p&gt;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&lt;p&gt;찾은 짝 &lt;strong&gt;0 / 2&lt;/strong&gt;&lt;/p&gt;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&lt;/div&gt;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7FCAAE-EE9A-4FB1-B83A-30C9A32A534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div 전체를 선택한 뒤 다음 장의 코드로 교체해요.</a:t>
            </a:r>
          </a:p>
        </p:txBody>
      </p:sp>
    </p:spTree>
    <p:extLst>
      <p:ext uri="{BB962C8B-B14F-4D97-AF65-F5344CB8AC3E}">
        <p14:creationId xmlns:p14="http://schemas.microsoft.com/office/powerpoint/2010/main" val="846019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FEBD30F-4F42-4E26-A33D-3160ECD053E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기존 scoreboard 전체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821EF0-D814-401E-90BB-430CC14BBE8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상태로 표시하는 점수판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CAB6E4-33E8-4D7F-9037-EBC5706C193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23B3D6-A0D5-40A2-A7A6-840EFD8AC79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&lt;div className="scoreboard"&gt;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시도 횟수 &lt;strong&gt;{attempts}&lt;/strong&gt;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&lt;/p&gt;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찾은 짝{" "}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&lt;strong&gt;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{matchedIds.length / 2} / {cards.length / 2}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&lt;/strong&gt;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&lt;/p&gt;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&lt;/div&gt;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D8B50A-670B-47F6-96D3-789FA2E83CD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맞춘 카드가 2장이면 찾은 짝은 1이에요. 시도 횟수는 두 장 선택할 때 1 증가해요.</a:t>
            </a:r>
          </a:p>
        </p:txBody>
      </p:sp>
    </p:spTree>
    <p:extLst>
      <p:ext uri="{BB962C8B-B14F-4D97-AF65-F5344CB8AC3E}">
        <p14:creationId xmlns:p14="http://schemas.microsoft.com/office/powerpoint/2010/main" val="440233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B06D8EB-D04D-45C5-B423-C80907FFE2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section 아래 message의 p 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9EA29E-85F4-4675-B7E9-149A6994D72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기존 안내 문구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77A324-106F-4A48-84CF-E2ACEE4C04D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FD2041-9CF3-4115-B16F-4F28EF6EB3A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 className="message" aria-live="polite"&gt;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{selectedId === null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? "카드를 한 장 터치해 보세요."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: `${selectedId}번 카드를 선택했어요!`}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8C7306-AA36-4DCB-980B-DFC07EE4B06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p의 시작 태그부터 끝 태그까지 다음 장 코드로 교체해요.</a:t>
            </a:r>
          </a:p>
        </p:txBody>
      </p:sp>
    </p:spTree>
    <p:extLst>
      <p:ext uri="{BB962C8B-B14F-4D97-AF65-F5344CB8AC3E}">
        <p14:creationId xmlns:p14="http://schemas.microsoft.com/office/powerpoint/2010/main" val="149841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4B2471-39EF-41CA-86F5-11DEF1B608B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기존 message 전체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D1B147-A897-40C9-8A72-40F4C1AEA8C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상황별 안내 문구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B7031D-EB47-4DC3-A9EC-1E499841BE6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E273F0-AF8F-42A2-9547-C95829EE575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 className="message" aria-live="polite"&gt;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{matchedIds.length === cards.length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? "모든 짝을 찾았어요!"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: selectedIds.length === 0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? "첫 번째 카드를 선택하세요."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: selectedIds.length === 1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? "두 번째 카드를 선택하세요."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: selectedIds.every((id) =&gt; matchedIds.includes(id))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? "정답! 다음 카드를 선택하세요."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: "다른 그림이에요! 다음 카드를 누르면 다시 시작해요."}</a:t>
            </a:r>
          </a:p>
          <a:p>
            <a:pPr>
              <a:def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3B6DC7-98A7-4139-B857-B44DAAC3B38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selectedId를 사용하는 코드가 남아 있으면 오류가 나요. 새 이름은 selectedIds예요.</a:t>
            </a:r>
          </a:p>
        </p:txBody>
      </p:sp>
    </p:spTree>
    <p:extLst>
      <p:ext uri="{BB962C8B-B14F-4D97-AF65-F5344CB8AC3E}">
        <p14:creationId xmlns:p14="http://schemas.microsoft.com/office/powerpoint/2010/main" val="6398429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56B8360-5AD1-446F-8ADC-E867073F74F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Ctrl + End로 맨 아래 이동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1E0AD4-D842-4896-83D2-870F69F45E2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정답 카드 스타일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C344E7-4071-4E6E-82BF-7701D4B65DF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911925-5DBA-40CB-9B40-B77017EB8AC3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.card.is-matched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#b9f6dc;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border-color: #52d6a4;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#163d32;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cursor: default;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.card.is-matched:active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transform: none;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3B5A48-46FD-4CF4-92A8-8ABFD280525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마지막 } 다음 줄에 추가해요. 기존 .card와 .card.is-open 스타일은 유지해요.</a:t>
            </a:r>
          </a:p>
        </p:txBody>
      </p:sp>
    </p:spTree>
    <p:extLst>
      <p:ext uri="{BB962C8B-B14F-4D97-AF65-F5344CB8AC3E}">
        <p14:creationId xmlns:p14="http://schemas.microsoft.com/office/powerpoint/2010/main" val="20085608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59CF338-0D6B-42D8-85DB-C8B58C0003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 · 두 파일 모두 Ctrl + 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57FE98-6CF1-4EFF-B5E1-01675A4C0F8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저장과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18B18B-49DC-49B2-9E10-97B8EEDE991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D94F29-F9F7-4025-92BD-2DC595C21AA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실행 중이면 브라우저를 새로고침해요.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꺼져 있으면 memory-game 터미널에서 실행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 -- --host 0.0.0.0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휴대폰은 같은 Wi-Fi에서 Network 주소로 접속해요.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BBE884-FD85-440D-A62F-D7DB22305E2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모든 수정이 끝난 뒤 확인해요. 입력 중에는 이전 변수 이름 때문에 오류가 보일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2684667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5FFEA0E-3838-49FF-8E10-ACAF8E62812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3단계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7B6C3A-9DBC-4BA2-A511-F6D084D87DF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 완성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33D058-4A71-444A-AC4E-9208A079061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23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3177" y="1524000"/>
            <a:ext cx="2098895" cy="4667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D781668-AD50-42A0-B2D6-A9EFB7D312E3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사용자가 실행한 휴대폰 화면이에요.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1·3번, 2·4번을 바로 맞추면 시도 2예요.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맞춘 네 장 모두 민트색으로 남아요.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화면의 축하 이모지는 선택 사항이에요.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다시 해보려면 브라우저를 새로고침해요.</a:t>
            </a:r>
          </a:p>
        </p:txBody>
      </p:sp>
    </p:spTree>
    <p:extLst>
      <p:ext uri="{BB962C8B-B14F-4D97-AF65-F5344CB8AC3E}">
        <p14:creationId xmlns:p14="http://schemas.microsoft.com/office/powerpoint/2010/main" val="1349587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19C98A2-8A9F-48A2-A2D0-BBCE8B2D5C1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4단계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8E9C24-069E-4DE3-B084-C39EEFD5793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1초 뒤 자동으로 카드 닫기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5CAF7D-34C3-4A4E-A23A-E402DF8F9B3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EC420D-67AF-4395-ABC9-E9DA52DCBD3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3단계 파일을 수정하는 실습</a:t>
            </a:r>
          </a:p>
          <a:p>
            <a:endParaRPr sz="25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다른 그림 두 장을 잠깐 보여주기</a:t>
            </a: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기다리는 동안 다른 카드 선택 막기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787704-4CB4-4CCD-93BA-FDC086113DE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수정 파일: src/App.jsx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8993CC-472B-83A1-8F0D-7F025CCD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674" y="523875"/>
            <a:ext cx="2227291" cy="494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46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1584994-CA7C-48DD-989A-D3899C251F3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목표 · 자동 닫기와 입력 잠금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FB2175-7F34-42C2-B471-70D6947AF59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이번 단계의 동작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9ABB5E-DB61-49B1-8D3E-4A25F8A42DD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805A5F-DAED-4725-A188-85589511686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다른 그림 두 장 선택: 두 장을 보여주고 선택 잠금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약 1초 뒤: 두 장을 닫고 선택 잠금 해제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같은 그림 두 장 선택: 민트색으로 유지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맞춘 카드가 있어도 남은 카드로 계속 진행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553C55-85BE-461E-8FC4-584679C3696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기다리는 동안 세 번째 카드를 눌러도 열리지 않아야 해요.</a:t>
            </a:r>
          </a:p>
        </p:txBody>
      </p:sp>
    </p:spTree>
    <p:extLst>
      <p:ext uri="{BB962C8B-B14F-4D97-AF65-F5344CB8AC3E}">
        <p14:creationId xmlns:p14="http://schemas.microsoft.com/office/powerpoint/2010/main" val="69442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EAAB9A8-A33C-4BBE-AF74-D9545B541BA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const [attempts,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04A81D-D159-4CFA-8B0D-65C33594531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잠금 상태 추가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6C4894-8C7E-4754-9090-90FD5EF04E4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ECFDD2-35C1-434E-93DD-F9CE63F42BC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찾을 기존 코드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[attempts, setAttempts] = useState(0);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이 줄 바로 아래에 추가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[isLocked, setIsLocked] = useState(false);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8EEF5F-F289-4875-9021-7A5EE85BC7B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App 함수 안, handleCardClick 함수 위에 추가해요. 기존 상태 선언은 유지해요.</a:t>
            </a:r>
          </a:p>
        </p:txBody>
      </p:sp>
    </p:spTree>
    <p:extLst>
      <p:ext uri="{BB962C8B-B14F-4D97-AF65-F5344CB8AC3E}">
        <p14:creationId xmlns:p14="http://schemas.microsoft.com/office/powerpoint/2010/main" val="863727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11E8C71-5398-4476-9665-4300052F82F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handleCardClick의 여는 { 바로 아래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FB45DE-2B5E-4484-AB7A-62827814675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클릭 함수 맨 위에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9CB60B-1CFE-4818-A527-97A27230E53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E67F9A-B673-4D46-9BE8-3B0C5ABF01C1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handleCardClick(id)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(isLocked)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(matchedIds.includes(id)) {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E98FCD-8B1E-4222-B5D3-645D3831D96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추가하는 부분은 if (isLocked) 블록이에요. 아래 matchedIds 검사부터는 기존 코드예요.</a:t>
            </a:r>
          </a:p>
        </p:txBody>
      </p:sp>
    </p:spTree>
    <p:extLst>
      <p:ext uri="{BB962C8B-B14F-4D97-AF65-F5344CB8AC3E}">
        <p14:creationId xmlns:p14="http://schemas.microsoft.com/office/powerpoint/2010/main" val="1461756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4778452-C84D-4732-A055-9A3D51CB735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handleCardClick 안에서 아래 블록 전체 삭제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463EB3-9579-413C-B975-5FAE96B68E9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기존 초기화 코드 삭제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CB4EEE-C4C5-40C2-B042-08FDAED3FF3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F4A3D8-8906-46A1-A28C-FA210F0CF64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if (selectedIds.length === 2) {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setSelectedIds([id]);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437EB4-C7DB-4841-B7B3-A0A1EE4BEFA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if문의 시작부터 닫는 }까지 삭제해요. 다른 if문은 지우지 마세요.</a:t>
            </a:r>
          </a:p>
        </p:txBody>
      </p:sp>
    </p:spTree>
    <p:extLst>
      <p:ext uri="{BB962C8B-B14F-4D97-AF65-F5344CB8AC3E}">
        <p14:creationId xmlns:p14="http://schemas.microsoft.com/office/powerpoint/2010/main" val="44768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228F2C6-C4B6-4FE3-8EB7-6326E21093E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firstCard.emoji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09F6F8-47BC-49B4-8D88-4378D2AC291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교체할 그림 비교 코드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2233CE-8C58-4379-9D30-7C046D81A46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A531F3-5BCB-4E73-B33C-4310B6CE668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if (firstCard.emoji === secondCard.emoji)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setMatchedIds((prev) =&gt; [...prev, ...nextSelectedIds]);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055000-70C0-4B5F-8FDC-4FDBE0326EC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if문 전체를 다음 장 코드로 교체해요. 그 아래의 바깥쪽 닫는 } 두 개는 유지해요.</a:t>
            </a:r>
          </a:p>
        </p:txBody>
      </p:sp>
    </p:spTree>
    <p:extLst>
      <p:ext uri="{BB962C8B-B14F-4D97-AF65-F5344CB8AC3E}">
        <p14:creationId xmlns:p14="http://schemas.microsoft.com/office/powerpoint/2010/main" val="19625278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188C3ED-BDB4-4EC9-B2F9-666BD4089D3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장의 if문 전체를 아래 코드로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DBCD54-7B33-431A-9B2A-9F81540A366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자동 닫기 코드로 교체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7F434A-C09D-4FDC-8703-3BFA39DBCF4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769879-4501-4BD7-BFA6-B01FD1BD873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if (firstCard.emoji === secondCard.emoji)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setMatchedIds((prev) =&gt; [...prev, ...nextSelectedIds]);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setSelectedIds([]);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 else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setIsLocked(true);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setTimeout(() =&gt;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setSelectedIds([]);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setIsLocked(false);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}, 1000);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8FEE5E-F69B-4165-90C1-A3E103CE069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1000밀리초는 1초예요. 타이머 안에서 선택 목록을 비우고 잠금을 풀어요.</a:t>
            </a:r>
          </a:p>
        </p:txBody>
      </p:sp>
    </p:spTree>
    <p:extLst>
      <p:ext uri="{BB962C8B-B14F-4D97-AF65-F5344CB8AC3E}">
        <p14:creationId xmlns:p14="http://schemas.microsoft.com/office/powerpoint/2010/main" val="13109925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238CE3-76DA-4689-85F3-5EC304C818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selectedIds와 matchedIds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7AFC49-E00C-44E1-B84A-99AC5956B90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정답 카드는 계속 열려 있어요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7ED40D-EF42-40F3-8169-D27E1B0663E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1DF8CB-C1F1-4C38-B05B-88EA4113096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setSelectedIds([])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이번에 선택한 카드 번호 목록을 비워요.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matchedIds에는 맞춘 카드 번호가 남아 있어요.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기존 isOpen 조건이 matchedIds도 확인하므로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맞춘 카드는 계속 열린 상태를 유지해요.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0828B6-2BDA-4F8B-BB97-F90A95C1B90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정답이면 바로 다음 선택을 준비하고, 오답이면 타이머가 선택 목록을 비워요.</a:t>
            </a:r>
          </a:p>
        </p:txBody>
      </p:sp>
    </p:spTree>
    <p:extLst>
      <p:ext uri="{BB962C8B-B14F-4D97-AF65-F5344CB8AC3E}">
        <p14:creationId xmlns:p14="http://schemas.microsoft.com/office/powerpoint/2010/main" val="1034947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8A0F90-F752-4C92-85BD-1C1BE8A485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Ctrl + F로 disabled={isMatched}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A273AB-A74E-40B4-9C25-0D085966DB2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버튼 disabled 한 줄 교체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2A9E6A-971E-41B1-8DB7-7978E192794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71FCE2-5B9B-415C-9148-2469A0BBD53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찾을 기존 코드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disabled={isMatched}</a:t>
            </a:r>
          </a:p>
          <a:p>
            <a:endParaRPr sz="22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교체할 코드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disabled={isMatched || isLocked}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1B4DE7-500C-4777-BB9C-A6C08DD0AD9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카드 section 안의 button 속성이에요. className, onClick, isOpen 코드는 유지해요.</a:t>
            </a:r>
          </a:p>
        </p:txBody>
      </p:sp>
    </p:spTree>
    <p:extLst>
      <p:ext uri="{BB962C8B-B14F-4D97-AF65-F5344CB8AC3E}">
        <p14:creationId xmlns:p14="http://schemas.microsoft.com/office/powerpoint/2010/main" val="3413772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7127945-58E9-40B6-8E2D-840EE8F6B8B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카드 section 아래 message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06B8C-2355-4263-8F83-6E3A84AD8AE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안내 문구 교체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18F867-CFB7-47BE-B680-BE035624088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FD707-BA5E-4EC5-A056-92ECD0D41C21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시작 태그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 className="message" aria-live="polite"&gt;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안쪽의 기존 조건식 전체 포함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끝 태그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4DC5A9-9475-4006-8E63-07124A5491A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시작 p부터 닫는 /p까지 선택하고 다음 장 코드로 교체해요.</a:t>
            </a:r>
          </a:p>
        </p:txBody>
      </p:sp>
    </p:spTree>
    <p:extLst>
      <p:ext uri="{BB962C8B-B14F-4D97-AF65-F5344CB8AC3E}">
        <p14:creationId xmlns:p14="http://schemas.microsoft.com/office/powerpoint/2010/main" val="202143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2CF08E0-5CC4-4821-BE70-6C021D67BC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기존 message의 p 전체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CCE1FF-BD2F-4FC0-A42B-F61ADDC872B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자동 닫기 안내 문구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C6B547-4B95-4C36-B435-84E7314CE74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609F4-ECF6-4BF3-B3A4-500DC63D2C9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 className="message" aria-live="polite"&gt;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{matchedIds.length === cards.length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? "모든 짝을 찾았어요!"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: isLocked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? "다른 그림이에요! 잠시 후 카드가 닫혀요."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: selectedIds.length === 1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? "두 번째 카드를 선택하세요."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: matchedIds.length &gt; 0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? "잘했어요! 다음 짝을 찾아보세요."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: "첫 번째 카드를 선택하세요."}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7335BF-83DE-41BA-8D98-AE4A80CFE39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축하 이모지는 선택 사항이에요. 기존 “다음 카드를 누르면” 문구는 남기지 않아요.</a:t>
            </a:r>
          </a:p>
        </p:txBody>
      </p:sp>
    </p:spTree>
    <p:extLst>
      <p:ext uri="{BB962C8B-B14F-4D97-AF65-F5344CB8AC3E}">
        <p14:creationId xmlns:p14="http://schemas.microsoft.com/office/powerpoint/2010/main" val="9605397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79B439-8B8F-4948-B039-AB8E26B657B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확인용 · 이미 수정했다면 다시 추가하지 않아요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3D2B16-82FC-4AC0-8DDA-88F4A620C86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 전체 비교 1/3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BC21D5-DEF2-4870-8313-4278865C723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6BA3E8-EA26-49F8-9212-107F28192D8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handleCardClick(id)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(isLocked)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(matchedIds.includes(id))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(selectedIds.includes(id))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9DCE83-CB43-47BF-B876-13C4D05D0D0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다음 두 장과 이어지는 함수 하나예요. isLocked 검사부터 시작하는지 확인해요.</a:t>
            </a:r>
          </a:p>
        </p:txBody>
      </p:sp>
    </p:spTree>
    <p:extLst>
      <p:ext uri="{BB962C8B-B14F-4D97-AF65-F5344CB8AC3E}">
        <p14:creationId xmlns:p14="http://schemas.microsoft.com/office/powerpoint/2010/main" val="13733060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F17792-CF12-4AB1-B698-841BA3E402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확인용 · 앞 장 마지막 } 다음 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585144-FD1F-4BA8-82D8-F7074ACC965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 전체 비교 2/3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E1FA39-0357-404A-8BE8-5EBEF68FC8B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C4E46F-1F8E-4071-8AE2-A1083ADEBD4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nextSelectedIds = [...selectedIds, id];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setSelectedIds(nextSelectedIds);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(nextSelectedIds.length === 2)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setAttempts((prev) =&gt; prev + 1);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firstCard = cards.find(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(card) =&gt; card.id === nextSelectedIds[0]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secondCard = cards.find(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(card) =&gt; card.id === nextSelectedIds[1]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790178-336B-4768-A92B-AC8D260ACBA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두 번째 카드를 선택한 경우에만 시도 횟수를 늘리고 두 그림을 비교해요.</a:t>
            </a:r>
          </a:p>
        </p:txBody>
      </p:sp>
    </p:spTree>
    <p:extLst>
      <p:ext uri="{BB962C8B-B14F-4D97-AF65-F5344CB8AC3E}">
        <p14:creationId xmlns:p14="http://schemas.microsoft.com/office/powerpoint/2010/main" val="21022815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FEE9416-EB1E-4256-8FEB-597B86C9AB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확인용 · 앞 장 secondCard를 찾는 코드 다음 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91A033-6FA3-41C2-83B6-67F33761A58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 전체 비교 3/3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78973A-2420-4513-BD90-ADE37C3F3C9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13CB1D-EA33-45F7-9A1D-26783EE5FCA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if (firstCard.emoji === secondCard.emoji)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setMatchedIds((prev) =&gt; [...prev, ...nextSelectedIds]);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setSelectedIds([]);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} else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setIsLocked(true);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setTimeout(() =&gt;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setSelectedIds([]);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setIsLocked(false);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}, 1000);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3F301D-19C3-46AD-981D-282C75F8B09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함수는 하나만 있어야 해요. 이 마지막 } 다음에 App의 기존 return (이 이어져요.</a:t>
            </a:r>
          </a:p>
        </p:txBody>
      </p:sp>
    </p:spTree>
    <p:extLst>
      <p:ext uri="{BB962C8B-B14F-4D97-AF65-F5344CB8AC3E}">
        <p14:creationId xmlns:p14="http://schemas.microsoft.com/office/powerpoint/2010/main" val="6532685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96CE3E4-B796-474F-8771-94610DA5496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 · src/App.jsx에서 Ctrl + 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CFC39E-5761-41F2-A5FF-E7DD85D0AEE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저장과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D12ACB-1BC3-49B4-B952-9D2A6EB16F1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62744E-6C62-47E4-8E3A-C05325E0F2B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저장한 뒤 브라우저를 새로고침해요.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꺼져 있으면 memory-game 터미널에서 실행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 -- --host 0.0.0.0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휴대폰은 같은 Wi-Fi에서 현재 Network 주소로 접속해요.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7E90FA-A88A-4BC0-AA54-1C05572E7C2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이번 단계는 CSS 수정이 없어요. 이전 단계의 남색·연보라색·민트색 디자인을 사용해요.</a:t>
            </a:r>
          </a:p>
        </p:txBody>
      </p:sp>
    </p:spTree>
    <p:extLst>
      <p:ext uri="{BB962C8B-B14F-4D97-AF65-F5344CB8AC3E}">
        <p14:creationId xmlns:p14="http://schemas.microsoft.com/office/powerpoint/2010/main" val="3862219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CD0C18-608B-4324-8239-A3B7C59B72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· 새로고침 후 1번과 2번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37FBCF-F5AC-4542-9C01-DB34B70F50B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확인 1 · 자동으로 닫히는지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D896E4-43C3-4550-BCE9-B705655BAFF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3FC2B8-8DD7-472F-9566-2C8AEC96AAF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위 왼쪽 1번과 위 오른쪽 2번을 눌러요.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다른 그림 두 장이 보이고 시도 횟수는 1이에요.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다른 곳을 누르지 않고 약 1초 기다려요.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두 장이 모두 ?로 돌아오면 성공이에요.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9AC99B-E30E-4484-B9BE-DAC8198665C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그다음 카드를 눌렀을 때 다시 열리는지도 확인해요.</a:t>
            </a:r>
          </a:p>
        </p:txBody>
      </p:sp>
    </p:spTree>
    <p:extLst>
      <p:ext uri="{BB962C8B-B14F-4D97-AF65-F5344CB8AC3E}">
        <p14:creationId xmlns:p14="http://schemas.microsoft.com/office/powerpoint/2010/main" val="183032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5B9E8DA-B6F1-4375-916E-8B5373470F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· 새로고침 후 1, 2, 3번을 빠르게 터치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D82F3A-FE01-47E1-B430-B1CC2CCB252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확인 2 · 연속 터치와 정답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5278C8-1DD0-47D1-9235-615F5B2DB93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04C0AF-6496-4A6B-827A-3183DAA50BE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1번, 2번을 누른 직후 3번을 눌러요.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기다리는 동안 3번이 열리지 않아야 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두 장이 닫힌 뒤 1번과 3번을 눌러요.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마법사 두 장이 민트색으로 계속 남아야 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2번과 4번을 누르면 완료 문구가 나타나요.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29ECFA-40A8-4758-8073-6A2AB36C5CB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같은 카드를 두 번 눌러도 시도 횟수가 늘지 않아야 해요.</a:t>
            </a:r>
          </a:p>
        </p:txBody>
      </p:sp>
    </p:spTree>
    <p:extLst>
      <p:ext uri="{BB962C8B-B14F-4D97-AF65-F5344CB8AC3E}">
        <p14:creationId xmlns:p14="http://schemas.microsoft.com/office/powerpoint/2010/main" val="9969329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B917012-2D2B-48CE-B57A-C2BD6E84B3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4단계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576E53-FA44-4480-A1DF-D74C2EF4932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휴대폰의 진행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75EFE-2E5D-4824-BE33-0503D1149A1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3177" y="1524000"/>
            <a:ext cx="2098895" cy="4667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C14D9FD-06FA-483B-8386-B2506CC66D71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첨부한 실제 휴대폰 화면이에요.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맞춘 마법사 두 장이 민트색으로 남아요.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다음 짝을 찾으라는 문구가 보여요.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시도 횟수는 선택 과정에 따라 달라요.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자동 닫기와 잠금은 직접 터치해 확인해요.</a:t>
            </a:r>
          </a:p>
        </p:txBody>
      </p:sp>
    </p:spTree>
    <p:extLst>
      <p:ext uri="{BB962C8B-B14F-4D97-AF65-F5344CB8AC3E}">
        <p14:creationId xmlns:p14="http://schemas.microsoft.com/office/powerpoint/2010/main" val="7427118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0C44FA7-83C9-4F0F-8DCB-AEF7D0C7F2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4단계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322D38-6A78-4128-83DA-41640B724BB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모든 짝을 찾은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52A7E8-86E5-4FD8-8E7B-08CD9DBB9E9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290399"/>
            <a:ext cx="2857500" cy="31344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4051515-9457-4940-ACD5-415C99F5621B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첨부한 컴퓨터 완료 화면이에요.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네 장 모두 민트색으로 남아요.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찾은 짝은 2 / 2예요.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사진의 시도 횟수 4는 플레이 결과예요.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다시 연습하려면 새로고침하세요.</a:t>
            </a:r>
          </a:p>
        </p:txBody>
      </p:sp>
    </p:spTree>
    <p:extLst>
      <p:ext uri="{BB962C8B-B14F-4D97-AF65-F5344CB8AC3E}">
        <p14:creationId xmlns:p14="http://schemas.microsoft.com/office/powerpoint/2010/main" val="6331928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1DE167-F99D-4495-9706-E08C1B8D21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마지막 5단계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B6B1EC-54F0-49A3-8655-4AB25A3092E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 섞기와 다시 시작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AAFE26-808F-444B-84CB-5666D31A888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EAD7BF-4D08-4136-B492-5807ED38639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4단계 파일을 수정하는 실습</a:t>
            </a:r>
          </a:p>
          <a:p>
            <a:endParaRPr sz="25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src/App.jsx  카드 순서와 재시작 기능</a:t>
            </a: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src/App.css  재시작 버튼 디자인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832AD9-4502-4914-836F-D0C688E6A63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목표: 새로 시작할 때 카드를 섞고 점수와 선택 기록을 초기화해요.</a:t>
            </a:r>
          </a:p>
        </p:txBody>
      </p:sp>
    </p:spTree>
    <p:extLst>
      <p:ext uri="{BB962C8B-B14F-4D97-AF65-F5344CB8AC3E}">
        <p14:creationId xmlns:p14="http://schemas.microsoft.com/office/powerpoint/2010/main" val="9110744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006006-238D-40BF-92A6-C3156B5B20F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5단계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ACB1BF-C97F-419D-BD1B-E379D06623A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최종 완성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D3F797-0EF4-485D-8FDC-2A05E920945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324404"/>
            <a:ext cx="2857500" cy="306644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D1B0A3C-886C-492F-BD06-2668FAEEB124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첨부한 컴퓨터 실행 화면이에요.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그림의 배치가 이전 단계와 달라졌어요.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안내 문구 아래에 다시 시작 버튼이 있어요.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게임 도중과 완료 후 모두 재시작할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7678965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F1D38F-956B-4DE2-8AAB-EDABE0B870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App 함수 밖에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00D9E8-ACC8-4664-96C4-43CC2C12307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섞기 함수가 들어갈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B205C5-830F-4087-81ED-E2FE6670CF6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6052B6-699F-4B19-AD58-FA131EF20E5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React, { useState } from "react";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"./App.css";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// 이 위치에 다음 장의 shuffleCards 함수 추가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1CF531-8E29-4750-A9DF-68F00B40C5B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두 import 아래, export default function App() 위에 새 줄을 만들어요.</a:t>
            </a:r>
          </a:p>
        </p:txBody>
      </p:sp>
    </p:spTree>
    <p:extLst>
      <p:ext uri="{BB962C8B-B14F-4D97-AF65-F5344CB8AC3E}">
        <p14:creationId xmlns:p14="http://schemas.microsoft.com/office/powerpoint/2010/main" val="19223088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5FA757B-675F-411D-8AA9-5FEBA719EA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장에서 표시한 빈 위치에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0E997C-934C-43DE-A0AE-52F8709B521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카드 섞기 함수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31045D-6782-4ACD-BE22-9BC3CD537DE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69A08C-8284-485E-A61D-F414F727980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shuffleCards(cardList)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shuffled = [...cardList];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for (let i = shuffled.length - 1; i &gt; 0; i--)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j = Math.floor(Math.random() * (i + 1));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const temp = shuffled[i];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shuffled[i] = shuffled[j];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shuffled[j] = temp;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shuffled;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774747-48C7-45E9-8F67-7B9EE3F4406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원본 배열을 복사하고 두 카드의 위치를 바꿔요. id와 그림은 바꾸지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4487317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5CA9922-376E-452E-B82D-060161F2A42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App 안에서 const cards = [ 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5FE5D6-4791-4BDA-99E1-64C182831E3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교체할 기존 카드 배열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CD2E6D-6EF3-49E5-BCA2-3CA778BFF2F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50BE0C-5AB2-40C1-ABBE-392536937831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cards = [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 id: 1, emoji: "\u{1F9D9}" },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 id: 2, emoji: "\u{1F409}" },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 id: 3, emoji: "\u{1F9D9}" },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 id: 4, emoji: "\u{1F409}" }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];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70C333-473F-4BAB-B253-E7EF6CAC543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이모지 그림으로 입력한 코드도 같은 배열이에요. const cards부터 ];까지 전체 선택해요.</a:t>
            </a:r>
          </a:p>
        </p:txBody>
      </p:sp>
    </p:spTree>
    <p:extLst>
      <p:ext uri="{BB962C8B-B14F-4D97-AF65-F5344CB8AC3E}">
        <p14:creationId xmlns:p14="http://schemas.microsoft.com/office/powerpoint/2010/main" val="20018418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6B72812-BCC3-4E28-BF21-C4523C19192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선택한 기존 배열 전체를 아래 코드로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A8292-A3AA-4F06-9A3D-2816B6B381A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카드 배열을 상태로 교체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4419E7-5D18-4847-807D-B5F2007BC82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5F76A6-76D6-42D5-8626-B763CB07F5C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[cards, setCards] = useState(() =&gt;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shuffleCards([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1, emoji: "\u{1F9D9}" },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2, emoji: "\u{1F409}" },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3, emoji: "\u{1F9D9}" },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{ id: 4, emoji: "\u{1F409}" 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])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198A65-609F-44CA-9476-B080F49F1F4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문자열의 \u{1F9D9}는 마법사, \u{1F409}는 용이에요. 그대로 입력하면 그림이 나와요.</a:t>
            </a:r>
          </a:p>
        </p:txBody>
      </p:sp>
    </p:spTree>
    <p:extLst>
      <p:ext uri="{BB962C8B-B14F-4D97-AF65-F5344CB8AC3E}">
        <p14:creationId xmlns:p14="http://schemas.microsoft.com/office/powerpoint/2010/main" val="1002931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6D0E71B-8E29-4989-AFFC-D9F98C06DAA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cards와 setCards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4298C-C4B8-4986-8BC2-046A5904013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 상태의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3EFC00-11F3-4648-98A8-F7CE2373DCB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5DAD3-A590-4368-995C-A9C437D4E46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cards: 지금 화면에 배치할 카드 목록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setCards: 새로운 순서를 화면에 반영하는 함수</a:t>
            </a:r>
          </a:p>
          <a:p>
            <a:endParaRPr sz="21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useState(() =&gt; shuffleCards(...))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게임을 처음 열 때 사용할 카드 순서를 만들어요.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5D5A21-8D47-45D8-97BA-EA9BE351A6D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터치할 때마다 섞지 않아요. 이후에는 다시 시작 버튼을 눌렀을 때 섞어요.</a:t>
            </a:r>
          </a:p>
        </p:txBody>
      </p:sp>
    </p:spTree>
    <p:extLst>
      <p:ext uri="{BB962C8B-B14F-4D97-AF65-F5344CB8AC3E}">
        <p14:creationId xmlns:p14="http://schemas.microsoft.com/office/powerpoint/2010/main" val="3884676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0D6F048-271D-4D06-BA1C-DEB2D0DDBA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App 함수 안에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743986-A00E-449E-B33D-774841F82BE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재시작 함수가 들어갈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CEA5A3-C105-4A2E-8A84-44BE63987C3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4E3BB8-9111-4ED5-96E8-3BA5E8DDC04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[selectedIds, setSelectedIds] = useState([]);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[matchedIds, setMatchedIds] = useState([]);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[attempts, setAttempts] = useState(0);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[isLocked, setIsLocked] = useState(false);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// 이 위치에 다음 장의 handleRestart 함수 추가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handleCardClick(id) {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B6D9A8-ABC8-4B71-B1B4-FB2336307A6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상태 네 줄은 유지해요. isLocked 선언 아래, handleCardClick 위에 추가해요.</a:t>
            </a:r>
          </a:p>
        </p:txBody>
      </p:sp>
    </p:spTree>
    <p:extLst>
      <p:ext uri="{BB962C8B-B14F-4D97-AF65-F5344CB8AC3E}">
        <p14:creationId xmlns:p14="http://schemas.microsoft.com/office/powerpoint/2010/main" val="14857312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FEF8D65-9611-4FE4-A0A7-ACAF1807D3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앞 장에서 표시한 빈 위치에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FDAB72-85EF-4EC7-A576-4332C7CF47A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다시 시작 함수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D4558E-267A-442A-9C78-8CE664D700D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B60936-440E-4BA8-9917-FF4A5317530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handleRestart()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if (isLocked)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return;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setCards(shuffleCards(cards));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setSelectedIds([]);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setMatchedIds([]);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setAttempts(0);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setIsLocked(false);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3FEC3-0494-4636-9BD8-2F77D7A8A42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자동 닫기를 기다리는 1초 동안은 재시작을 막아요. 이전 타이머와 새 게임이 겹치지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8849698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22FED4-4884-419D-A831-ABEE6F7C54C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 · 구조 안내이므로 이 코드를 붙여 넣지 않아요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993655-7CE2-4E6B-B124-4EFC40B288B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두 함수의 위치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0B774C-EEF2-4EC6-BA90-2EF1E5165C6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CE4D35-9B05-4433-BBFA-B0EE2FE5C3A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두 줄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shuffleCards 함수                 ← App 밖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cards 상태와 기존 상태 네 줄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handleRestart 함수              ← App 안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기존 handleCardClick 함수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(기존 화면 JSX);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DD0D15-64E7-4BBB-9503-6E53593FC7A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shuffleCards는 카드를 섞어요. handleRestart는 App의 상태를 초기화해요.</a:t>
            </a:r>
          </a:p>
        </p:txBody>
      </p:sp>
    </p:spTree>
    <p:extLst>
      <p:ext uri="{BB962C8B-B14F-4D97-AF65-F5344CB8AC3E}">
        <p14:creationId xmlns:p14="http://schemas.microsoft.com/office/powerpoint/2010/main" val="9235070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D215C77-E0EE-41C5-B4DC-D692CE1867A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파일 아래쪽의 message 안내 문구 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292217-328C-45C1-AF0F-B05AA349DE1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버튼 추가 위치 찾기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6C2CA6-39DA-44AF-8082-CB4FE82B4DB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286D12-5F59-465B-BDE4-309EC9AAB32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&lt;/p&gt;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// 안내 문구의 닫는 p와 닫는 main 사이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// 다음 장의 button 전체를 이 위치에 추가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&lt;/main&gt;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BE13FE-B619-42DA-A198-1E13F52DEEB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장의 // 주석은 위치 안내예요. JSX에 입력하지 말고 다음 장의 버튼만 추가하세요.</a:t>
            </a:r>
          </a:p>
        </p:txBody>
      </p:sp>
    </p:spTree>
    <p:extLst>
      <p:ext uri="{BB962C8B-B14F-4D97-AF65-F5344CB8AC3E}">
        <p14:creationId xmlns:p14="http://schemas.microsoft.com/office/powerpoint/2010/main" val="7279930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DFA16A1-BCCE-4293-A330-5423DC4EB9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안내 문구 아래, &lt;/main&gt; 위에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0F189E-6321-4C42-B097-5853A2D5329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재시작 버튼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B1646B-094F-47AD-AC1E-3D309403EF4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F4A11-DE7C-486D-8E1A-E897E2FF6D9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&lt;button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type="button"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className="restart-button"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onClick={handleRestart}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disabled={isLocked}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{isLocked ? "잠시만 기다려 주세요…" : "다시 시작"}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&lt;/button&gt;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658A93-915D-4C6F-921E-4E2FDD186B5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안내 문구를 지우지 않아요. 버튼은 카드 section 밖, main 안에 위치해요.</a:t>
            </a:r>
          </a:p>
        </p:txBody>
      </p:sp>
    </p:spTree>
    <p:extLst>
      <p:ext uri="{BB962C8B-B14F-4D97-AF65-F5344CB8AC3E}">
        <p14:creationId xmlns:p14="http://schemas.microsoft.com/office/powerpoint/2010/main" val="13274753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C811AA3-D60C-4F4E-A6BC-EC34DCE255F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이해 · onClick과 disabled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B561D-F8FC-4256-8BC7-00CB07DD62A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버튼 이벤트와 잠금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831269-6702-4FD9-89FD-9616D4104A8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D5B1B-D2F7-4BEA-9DCA-DDB57D73801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onClick={handleRestart}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버튼을 누르면 재시작 함수를 실행해요.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disabled={isLocked}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자동 닫기를 기다리는 동안 버튼을 비활성화해요.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함수 안의 if (isLocked)도 재시작을 막아요.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2B9B2B-356E-40F6-8A13-237085864AB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onClick={handleRestart()}로 쓰면 렌더링 중 실행돼요. 함수 이름만 전달하세요.</a:t>
            </a:r>
          </a:p>
        </p:txBody>
      </p:sp>
    </p:spTree>
    <p:extLst>
      <p:ext uri="{BB962C8B-B14F-4D97-AF65-F5344CB8AC3E}">
        <p14:creationId xmlns:p14="http://schemas.microsoft.com/office/powerpoint/2010/main" val="13826251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1B9FC27-7E35-4C5F-81E4-1FAC620AF7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Ctrl + End, 기존 마지막 }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25A407-F199-4427-A3FF-624312E23A0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버튼 CSS 추가 1/2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4E9607-F0CF-4E9D-81DA-E11F5C871A1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F3185B-C3A4-46AE-A86E-8AF61DA437B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.restart-button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block;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min-height: 52px;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margin-top: 20px;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14px 18px;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none;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14px;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#8ff0cd;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#102b25;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C3AFC-F7F6-4A4E-8A0A-0B38C147967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다음 장 코드를 바로 이어 입력해요. 아직 .restart-button의 닫는 }를 추가하지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15124309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FC6C2-23B4-442C-9994-84DA278250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앞 장 color 줄 바로 아래에 이어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7D8AE6-97BB-40C4-99E8-C96625A385B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버튼 CSS 추가 2/2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0DC28E-8027-4E57-9FCE-60027085F65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C7DE32-A638-40DD-8807-50FB3E2131B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17px;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font-weight: bold;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cursor: pointer;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touch-action: manipulation;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.restart-button:active:not(:disabled)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transform: scale(0.98);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.restart-button:disabled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opacity: 0.55;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cursor: not-allowed;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C67774-A147-410C-99A8-DCFBD2755C0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활성 버튼을 누르면 살짝 작아지고, 잠긴 버튼은 흐리게 표시돼요.</a:t>
            </a:r>
          </a:p>
        </p:txBody>
      </p:sp>
    </p:spTree>
    <p:extLst>
      <p:ext uri="{BB962C8B-B14F-4D97-AF65-F5344CB8AC3E}">
        <p14:creationId xmlns:p14="http://schemas.microsoft.com/office/powerpoint/2010/main" val="8313937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458211E-BCE5-44D3-A92D-209AC3F6E5D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앞 장 마지막 } 다음 줄에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B14CBF-BA33-4904-96B7-2343FD5C983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키보드 선택 표시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60E462-B332-45AD-9A8E-50BD4941CE4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0AA75-C54A-4A8E-8ABD-43ABC73A3D6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.restart-button:focus-visible {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outline: 3px solid #ffffff;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outline-offset: 3px;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F02DDC-CEEF-48ED-907E-374C0878D01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버튼에 키보드 초점이 오면 테두리를 표시해요. 기존 카드 CSS는 그대로 유지해요.</a:t>
            </a:r>
          </a:p>
        </p:txBody>
      </p:sp>
    </p:spTree>
    <p:extLst>
      <p:ext uri="{BB962C8B-B14F-4D97-AF65-F5344CB8AC3E}">
        <p14:creationId xmlns:p14="http://schemas.microsoft.com/office/powerpoint/2010/main" val="5981890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2255C4B-935B-4260-BBB8-3288181129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확인 · App.jsx와 App.css 모두 Ctrl + 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FBB808-2361-4C40-AFF3-002DC2A5E8D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저장과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4A5870-6F83-41AF-AB55-5FC1B43B6D2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762A52-81ED-4B6B-A95C-22A30D7609E3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저장 후 브라우저를 새로고침해요.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서버가 꺼져 있으면 memory-game 터미널에서 실행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 -- --host 0.0.0.0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휴대폰은 같은 Wi-Fi에서 현재 Network 주소로 접속해요.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8438A3-FC57-43BB-9155-C9A36B7188A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버튼이 화면 아래에 가려지면 스크롤해 확인해요.</a:t>
            </a:r>
          </a:p>
        </p:txBody>
      </p:sp>
    </p:spTree>
    <p:extLst>
      <p:ext uri="{BB962C8B-B14F-4D97-AF65-F5344CB8AC3E}">
        <p14:creationId xmlns:p14="http://schemas.microsoft.com/office/powerpoint/2010/main" val="210765052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DE3537-3BC0-4744-9251-E345A0A9CA0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· 점수와 선택 기록 초기화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0D1D47-84CD-47A9-A816-04C04121AA6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확인 1 · 게임 도중 재시작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1E0259-E314-4F40-9D3F-213CD1B4112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88F1D8-8DE2-4D01-ACA5-B8AB5D46F8E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카드 한 장을 연 뒤 다시 시작을 눌러요.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모든 카드가 ?로 돌아오는지 확인해요.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한 쌍을 맞춘 뒤 다시 시작을 눌러요.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맞춘 민트색 카드도 닫히는지 확인해요.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시도 횟수 0, 찾은 짝 0 / 2인지 확인해요.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52E71C-B468-464A-8C68-E73BA9F124F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이제 그림 위치가 무작위예요. 이전 단계처럼 특정 위치의 그림을 가정하지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4091977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E9D149-A719-4F7A-B49D-CAC51B28CE4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5단계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09E36B-7823-4127-B7FE-D5C943415AD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확인 2 · 재시작 잠금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7317AF-E9A9-43E9-9D99-03EB7974103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3177" y="1524000"/>
            <a:ext cx="2098895" cy="4667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9F5799B-2767-4F04-8776-9CF1371100E6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7143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첨부한 휴대폰의 대기 화면이에요.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다른 그림 두 장을 열면 버튼이 흐려져요.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“잠시만 기다려 주세요…”가 표시돼요.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약 1초 뒤 다시 시작 버튼이 활성화돼요.</a:t>
            </a:r>
          </a:p>
          <a:p>
            <a:endParaRPr sz="2100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활성화 후 재시작이 되는지 확인해요.</a:t>
            </a:r>
          </a:p>
        </p:txBody>
      </p:sp>
    </p:spTree>
    <p:extLst>
      <p:ext uri="{BB962C8B-B14F-4D97-AF65-F5344CB8AC3E}">
        <p14:creationId xmlns:p14="http://schemas.microsoft.com/office/powerpoint/2010/main" val="15500893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E8A28ED-CFA9-4EE7-986B-68B6505E6C2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· 새 게임 시작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5FF983-24AD-4A2F-B152-A3F33E1BB27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확인 3 · 완료 후 재시작과 섞기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A1DE17-A44C-4CFE-AE5C-34A09C8419E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DEE18-E634-4E27-B444-65E75E873DF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모든 짝을 맞춘 뒤 다시 시작을 눌러요.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완료 문구가 사라지고 카드가 닫혀야 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다시 뒤집어서 카드 배치를 확인해요.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우연히 이전과 같은 배치가 나올 수 있어요.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여러 번 플레이하며 확인하세요.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052877-89B5-4033-BDF4-14F50DE4747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섞어도 각 그림은 두 장씩 남고, 카드 id는 바뀌지 않아야 해요.</a:t>
            </a:r>
          </a:p>
        </p:txBody>
      </p:sp>
    </p:spTree>
    <p:extLst>
      <p:ext uri="{BB962C8B-B14F-4D97-AF65-F5344CB8AC3E}">
        <p14:creationId xmlns:p14="http://schemas.microsoft.com/office/powerpoint/2010/main" val="8872155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41FC14-552F-4999-B2F6-1F1F3DD576B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React JSX · 모바일 메모리 게임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9AD446-E562-4BFF-BFA3-A940973264D2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2_5 이벤트 속성 이해하기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A55B89-6EF6-438F-A39A-A8BFEDF11B1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3B6CA4-D542-4115-8F24-81F7FB87F362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 속성은 사용자 동작에 실행할 함수를 연결해요.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7D6030-FBCE-405E-AAE1-6F5520D74DCD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카드를 터치하면 카드 선택 함수를 실행해요.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8E2F10-1C3C-46D8-9239-E58F32BFB7B4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‘다시 시작’을 누르면 게임 초기화 함수를 실행해요.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EA6FEC-F69B-4341-BC2F-F4EFFFAC3A9A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85850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&lt;button onClick={handleRestart}&gt;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다시 시작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&lt;/button&gt;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3EB569-7E70-4568-8598-56829DAAD60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오늘의 목표: 사용자 동작과 함수, 상태 변경의 관계를 이해해요.</a:t>
            </a:r>
          </a:p>
        </p:txBody>
      </p:sp>
    </p:spTree>
    <p:extLst>
      <p:ext uri="{BB962C8B-B14F-4D97-AF65-F5344CB8AC3E}">
        <p14:creationId xmlns:p14="http://schemas.microsoft.com/office/powerpoint/2010/main" val="11200587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D21A7B4-F03B-4986-979D-475B279B8A3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01  용어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AE7612-CB75-4A9B-958F-E6AF4A18AEE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이벤트와 처리 함수의 관계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6C076D-FD31-45E9-BB2B-F38A8072299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66750" y="2095500"/>
          <a:ext cx="10763250" cy="30480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게임 예시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이벤트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사용자 동작 등으로 발생하는 일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카드를 클릭함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이벤트 속성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이벤트에 함수를 연결하는 속성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onClick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이벤트 처리 함수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이벤트 발생 시 실행하는 함수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handleCardClick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6CEC077-2518-4FFE-83EA-D197FADCC36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휴대폰에서 버튼을 터치하는 동작도 일반적으로 onClick으로 처리해요.</a:t>
            </a:r>
          </a:p>
        </p:txBody>
      </p:sp>
    </p:spTree>
    <p:extLst>
      <p:ext uri="{BB962C8B-B14F-4D97-AF65-F5344CB8AC3E}">
        <p14:creationId xmlns:p14="http://schemas.microsoft.com/office/powerpoint/2010/main" val="924932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D8917B2-681E-4DCD-B5C0-AADD35CBF2A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02  기본 예제 · 독립 예제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7B0E3A-8124-47E2-BA72-402FD22963D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함수를 만들고 버튼에 연결하기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5AB7A7-13EF-41E8-AA3F-68FA0C73D3B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63616C-F105-45F0-839B-3AA00C8CCC2D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58500" cy="3857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App()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function handleClick()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alert("카드를 클릭했어요!");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&lt;button onClick={handleClick}&gt;카드 열기&lt;/button&gt;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endParaRPr sz="202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App;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BD0905-4554-4EE4-94DC-D0A582A6641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버튼 클릭 → handleClick 실행 → 알림창 표시</a:t>
            </a:r>
          </a:p>
        </p:txBody>
      </p:sp>
    </p:spTree>
    <p:extLst>
      <p:ext uri="{BB962C8B-B14F-4D97-AF65-F5344CB8AC3E}">
        <p14:creationId xmlns:p14="http://schemas.microsoft.com/office/powerpoint/2010/main" val="18232830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BC8EE0B-0505-48DA-ACCD-F9029C11E3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03  괄호의 차이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539C93-38E7-4FF4-A755-E60498AD6AA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 전달과 함수 호출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66F965-D849-4E4D-AEE9-9740D7ED054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BF25C4-1E3B-49AE-AD22-7036A1591EF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클릭할 때 실행하도록 함수 전달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6B506B-3C62-4B96-87D3-44F2603E4B50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&lt;button onClick={handleClick}&gt;카드 열기&lt;/button&gt;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84E68A-7378-4B95-B142-F90173BAFD1A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handleClick은 함수 자체를 가리켜요.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D1BCB8-C95D-4951-9B45-50D266116EE1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FB5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FB5B5"/>
                </a:solidFill>
                <a:latin typeface="Noto Sans CJK KR"/>
                <a:ea typeface="Noto Sans CJK KR"/>
                <a:cs typeface="Noto Sans CJK KR"/>
              </a:rPr>
              <a:t>화면을 만드는 도중 즉시 호출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6F7DBA-1AC9-4606-B951-B545A9B4A867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&lt;button onClick={handleClick()}&gt;카드 열기&lt;/button&gt;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5F204E-2EF5-494F-B2EC-D5A776A339B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예제의 이벤트 속성에는 handleClick처럼 나중에 실행할 함수를 전달해요.</a:t>
            </a:r>
          </a:p>
        </p:txBody>
      </p:sp>
    </p:spTree>
    <p:extLst>
      <p:ext uri="{BB962C8B-B14F-4D97-AF65-F5344CB8AC3E}">
        <p14:creationId xmlns:p14="http://schemas.microsoft.com/office/powerpoint/2010/main" val="6915487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B74EA6E-9D1B-495E-A81B-09C26160F3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04  화살표 함수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2EB971-2E7D-4103-A942-57C012BCE69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 번호를 전달하는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E179DE-E740-43AB-839E-78DA4346B98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FF7186-4A64-475C-8D65-8FE92AE3A0CC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858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&lt;button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onClick={() =&gt; handleCardClick(card.id)}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?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&lt;/button&gt;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2C96A7-34D6-457C-8B70-1E0797D4C7A8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() =&gt; ... 는 클릭했을 때 실행할 함수예요.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841F57-0440-4E01-89BB-2D79152E4813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그 함수 안에서 handleCardClick(card.id)를 호출해요.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4F93D1-DF7B-4F48-9160-E6A72AB1DCD4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card.id가 3이면 클릭 시 handleCardClick(3)을 실행해요.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3670D7-05E8-44AF-9511-402631B8574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onClick={handleCardClick(card.id)}로 쓰면 렌더링 중에 바로 호출돼요.</a:t>
            </a:r>
          </a:p>
        </p:txBody>
      </p:sp>
    </p:spTree>
    <p:extLst>
      <p:ext uri="{BB962C8B-B14F-4D97-AF65-F5344CB8AC3E}">
        <p14:creationId xmlns:p14="http://schemas.microsoft.com/office/powerpoint/2010/main" val="17257011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2CC1814-C1A0-4CBE-93EB-D4B2B68C25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05  클릭으로 화면 바꾸기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6041ED-1AF7-4569-8408-FE75997431A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이벤트와 상태의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A54EDB-EB03-4EFC-8AB1-21CD000D8DC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34B06E-92DE-46B4-BC33-CDBDA79A5A75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763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이벤트: 연결된 함수를 실행하는 계기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04FBFC-175F-4577-8D62-4528EF711C2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10763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상태: 화면에 반영할 데이터를 기억하는 수단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6FD8AC-624B-4C58-B03B-5319BBEFE47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63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setIsOpen(true): 상태를 바꾸고 새 화면 렌더링을 요청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12D09F-F555-4A8C-8FD5-C5FEACBEBDE9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{isOpen ? "열림" : "?"}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2C9B2F-8A5D-40DD-8621-6EB14B483D7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onClick만으로 화면이 바뀌지는 않아요. 처리 함수에서 할 일을 정해야 해요.</a:t>
            </a:r>
          </a:p>
        </p:txBody>
      </p:sp>
    </p:spTree>
    <p:extLst>
      <p:ext uri="{BB962C8B-B14F-4D97-AF65-F5344CB8AC3E}">
        <p14:creationId xmlns:p14="http://schemas.microsoft.com/office/powerpoint/2010/main" val="14116367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F129D3E-B013-4141-B3D3-0AAEFCD6649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06  useState 연결 · 독립 예제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9691AA-E830-41FA-9293-BB5559720C2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클릭하면 열리는 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99C52D-FB5C-40D5-8CB2-1A9624426C9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4E6168-DFAC-4A8D-AE60-9E030F3AF19E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{ useState } from "react";</a:t>
            </a:r>
          </a:p>
          <a:p>
            <a:endParaRPr sz="18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App()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[isOpen, setIsOpen] = useState(false);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function handleCardClick()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setIsOpen(true);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&lt;button onClick={handleCardClick}&gt;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{isOpen ? "열림" : "?"}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&lt;/button&gt;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App;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C0DB80-21B5-4B6F-BC65-A52D309B419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처음에는 ? 표시 → 클릭 → 상태 변경 요청 → 열림 표시</a:t>
            </a:r>
          </a:p>
        </p:txBody>
      </p:sp>
    </p:spTree>
    <p:extLst>
      <p:ext uri="{BB962C8B-B14F-4D97-AF65-F5344CB8AC3E}">
        <p14:creationId xmlns:p14="http://schemas.microsoft.com/office/powerpoint/2010/main" val="1165912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34D75F3-CF64-448C-8907-9B1A86A6C2C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07  상황에 맞는 속성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6E30E5-7303-45B9-B46F-222654D51F8B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자주 사용하는 이벤트 속성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608986-0D23-4E64-AB98-48A126EAF7D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66750" y="1809750"/>
          <a:ext cx="10763250" cy="3857628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속성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발생하는 상황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활용 예시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onClick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클릭하거나 버튼을 터치할 때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카드 선택, 다시 시작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onChange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입력값이 바뀔 때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플레이어 이름 입력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onKeyDown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키보드 키를 누를 때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Enter 키 처리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onSubmit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폼을 제출할 때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후 게임 시작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onPointerDown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포인터로 누르기 시작할 때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누르는 순간 반응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F7523F7-20D5-44FA-9C18-E31516ED145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대소문자를 구분해요. onclick이 아니라 onClick으로 작성해요.</a:t>
            </a:r>
          </a:p>
        </p:txBody>
      </p:sp>
    </p:spTree>
    <p:extLst>
      <p:ext uri="{BB962C8B-B14F-4D97-AF65-F5344CB8AC3E}">
        <p14:creationId xmlns:p14="http://schemas.microsoft.com/office/powerpoint/2010/main" val="2894129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ED4DAF5-85D1-4940-B66B-2665028353F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08  이벤트 정보 활용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6EAC0E-9433-457B-A20E-FB7F1FCCD97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이벤트 객체로 입력값 읽기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DBB02D-74E8-4640-918D-5F9F14DC3F6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7311A5-381D-44B7-A261-24C8EF9D2A2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58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function handleChange(e) {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console.log(e.target.value);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endParaRPr sz="22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&lt;input onChange={handleChange} /&gt;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18B0BD-0E7A-4941-A901-558679E8950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e: React가 처리 함수에 전달하는 이벤트 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B2B12E-8241-4EA7-9623-A4B2E10A2EF0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e.target: 이벤트가 발생한 입력 요소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D29E67-BD61-4F59-ACFD-1375E52C4CEB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e.target.value: 입력창에 들어 있는 현재 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80EF1B-89A3-43D1-A592-EE21486834D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입력값은 개발자 도구의 콘솔에 표시돼요. e 대신 event라는 이름도 가능해요.</a:t>
            </a:r>
          </a:p>
        </p:txBody>
      </p:sp>
    </p:spTree>
    <p:extLst>
      <p:ext uri="{BB962C8B-B14F-4D97-AF65-F5344CB8AC3E}">
        <p14:creationId xmlns:p14="http://schemas.microsoft.com/office/powerpoint/2010/main" val="12682290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68FCA45-19FC-45AB-A116-C52C030EEE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09  App.jsx 읽기 활동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02A40A-C697-40DA-913E-1EA42920A99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우리 게임 코드에서 확인하기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453AF0-7271-4F54-AB27-1645F2EC553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BA8B90-B117-4030-A152-A7BB0BA5F2BC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8585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onClick={() =&gt; handleCardClick(card.id)}</a:t>
            </a:r>
          </a:p>
          <a:p>
            <a:endParaRPr sz="24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onClick={handleRestart}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57225A-01B0-4CE1-8374-13C321DDD1AA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① 카드 버튼에서 onClick 속성을 찾아보세요.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0D6A51-CCC9-432A-B60B-B0D88E2075F8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② handleCardClick 함수가 바꾸는 상태를 찾아보세요.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535F7-7239-4732-AD55-EAED81BD2B22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③ 다시 시작 버튼과 handleRestart의 연결을 확인하세요.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891C8D-3A3D-4A54-9AA5-2D6C6B438CD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설명 연습: ‘이 버튼을 누르면 어떤 함수가 실행되고, 어떤 화면이 바뀔까?’</a:t>
            </a:r>
          </a:p>
        </p:txBody>
      </p:sp>
    </p:spTree>
    <p:extLst>
      <p:ext uri="{BB962C8B-B14F-4D97-AF65-F5344CB8AC3E}">
        <p14:creationId xmlns:p14="http://schemas.microsoft.com/office/powerpoint/2010/main" val="3965264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7388</Words>
  <Application>Microsoft Office PowerPoint</Application>
  <DocSecurity>0</DocSecurity>
  <PresentationFormat>와이드스크린</PresentationFormat>
  <Paragraphs>1264</Paragraphs>
  <Slides>103</Slides>
  <Notes>103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103</vt:i4>
      </vt:variant>
    </vt:vector>
  </HeadingPairs>
  <TitlesOfParts>
    <vt:vector size="106" baseType="lpstr">
      <vt:lpstr>Noto Sans CJK KR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은진 이</cp:lastModifiedBy>
  <cp:revision>6</cp:revision>
  <dcterms:created xsi:type="dcterms:W3CDTF">2026-09-27T08:06:53Z</dcterms:created>
  <dcterms:modified xsi:type="dcterms:W3CDTF">2026-09-27T10:08:04Z</dcterms:modified>
</cp:coreProperties>
</file>