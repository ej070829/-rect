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f7424aeba804c19" /><Relationship Type="http://schemas.openxmlformats.org/officeDocument/2006/relationships/extended-properties" Target="/docProps/app.xml" Id="R81083da593b84bc6" /><Relationship Type="http://schemas.openxmlformats.org/officeDocument/2006/relationships/officeDocument" Target="/ppt/presentation.xml" Id="R58b884f1e38243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811daf777468f"/>
  </p:sldMasterIdLst>
  <p:notesMasterIdLst>
    <p:notesMasterId xmlns:r="http://schemas.openxmlformats.org/officeDocument/2006/relationships" r:id="R8a99f7f769a14d00"/>
  </p:notesMasterIdLst>
  <p:sldIdLst>
    <p:sldId xmlns:r="http://schemas.openxmlformats.org/officeDocument/2006/relationships" id="256" r:id="R2535ad61c0f3468f"/>
    <p:sldId xmlns:r="http://schemas.openxmlformats.org/officeDocument/2006/relationships" id="257" r:id="R932a3d24672d4a27"/>
    <p:sldId xmlns:r="http://schemas.openxmlformats.org/officeDocument/2006/relationships" id="258" r:id="R4e8d01aeddcb40bb"/>
    <p:sldId xmlns:r="http://schemas.openxmlformats.org/officeDocument/2006/relationships" id="259" r:id="R0923ca8aa6e2403d"/>
    <p:sldId xmlns:r="http://schemas.openxmlformats.org/officeDocument/2006/relationships" id="260" r:id="R390c47c99d87473c"/>
    <p:sldId xmlns:r="http://schemas.openxmlformats.org/officeDocument/2006/relationships" id="261" r:id="R9aabdd177b1a4c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fa51f73dcfe48a8" /><Relationship Type="http://schemas.openxmlformats.org/officeDocument/2006/relationships/slideMaster" Target="/ppt/slideMasters/slideMaster1.xml" Id="R6e4811daf777468f" /><Relationship Type="http://schemas.openxmlformats.org/officeDocument/2006/relationships/notesMaster" Target="/ppt/notesMasters/notesMaster1.xml" Id="R8a99f7f769a14d00" /><Relationship Type="http://schemas.openxmlformats.org/officeDocument/2006/relationships/presProps" Target="/ppt/presProps.xml" Id="Rf78c3993f53e4516" /><Relationship Type="http://schemas.openxmlformats.org/officeDocument/2006/relationships/tableStyles" Target="/ppt/tableStyles.xml" Id="R655d6eef31504ad4" /><Relationship Type="http://schemas.openxmlformats.org/officeDocument/2006/relationships/slide" Target="/ppt/slides/slide1.xml" Id="R2535ad61c0f3468f" /><Relationship Type="http://schemas.openxmlformats.org/officeDocument/2006/relationships/slide" Target="/ppt/slides/slide2.xml" Id="R932a3d24672d4a27" /><Relationship Type="http://schemas.openxmlformats.org/officeDocument/2006/relationships/slide" Target="/ppt/slides/slide3.xml" Id="R4e8d01aeddcb40bb" /><Relationship Type="http://schemas.openxmlformats.org/officeDocument/2006/relationships/slide" Target="/ppt/slides/slide4.xml" Id="R0923ca8aa6e2403d" /><Relationship Type="http://schemas.openxmlformats.org/officeDocument/2006/relationships/slide" Target="/ppt/slides/slide5.xml" Id="R390c47c99d87473c" /><Relationship Type="http://schemas.openxmlformats.org/officeDocument/2006/relationships/slide" Target="/ppt/slides/slide6.xml" Id="R9aabdd177b1a4c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79bf8c43b42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ffbaaeb2c4951" /><Relationship Type="http://schemas.openxmlformats.org/officeDocument/2006/relationships/notesMaster" Target="/ppt/notesMasters/notesMaster1.xml" Id="R81daad5febfc4a3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4be26fed254288" /><Relationship Type="http://schemas.openxmlformats.org/officeDocument/2006/relationships/notesMaster" Target="/ppt/notesMasters/notesMaster1.xml" Id="R76c8904d747e4d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029646425c4f99" /><Relationship Type="http://schemas.openxmlformats.org/officeDocument/2006/relationships/notesMaster" Target="/ppt/notesMasters/notesMaster1.xml" Id="Rc4ba96f9815842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44660c47e14d58" /><Relationship Type="http://schemas.openxmlformats.org/officeDocument/2006/relationships/notesMaster" Target="/ppt/notesMasters/notesMaster1.xml" Id="R8bf5b0d7da514d7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e629ab833b34c3f" /><Relationship Type="http://schemas.openxmlformats.org/officeDocument/2006/relationships/notesMaster" Target="/ppt/notesMasters/notesMaster1.xml" Id="Rb843225ad54d49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5d344ff7141be" /><Relationship Type="http://schemas.openxmlformats.org/officeDocument/2006/relationships/notesMaster" Target="/ppt/notesMasters/notesMaster1.xml" Id="R154eb30dabca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React Hello 실습 안내를 바탕으로 구성했습니다. 코드의 줄바꿈은 슬라이드 가독성을 위해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React Hello 실습 안내를 바탕으로 구성했습니다. 코드의 줄바꿈은 슬라이드 가독성을 위해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React Hello 실습 안내를 바탕으로 구성했습니다. 코드의 줄바꿈은 슬라이드 가독성을 위해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React Hello 실습 안내를 바탕으로 구성했습니다. 코드의 줄바꿈은 슬라이드 가독성을 위해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React Hello 실습 안내를 바탕으로 구성했습니다. 코드의 줄바꿈은 슬라이드 가독성을 위해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사용자가 제공한 React Hello 실습 안내를 바탕으로 구성했습니다. 코드의 줄바꿈은 슬라이드 가독성을 위해 조정했습니다.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404d0fff7749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f976c5913c4176" /><Relationship Type="http://schemas.openxmlformats.org/officeDocument/2006/relationships/slideLayout" Target="/ppt/slideLayouts/slideLayout1.xml" Id="R243714bc830749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3714bc830749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086770ff8b4c45" /><Relationship Type="http://schemas.openxmlformats.org/officeDocument/2006/relationships/notesSlide" Target="/ppt/notesSlides/notesSlide1.xml" Id="R1d0a215707bf42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be34e32e64ddc" /><Relationship Type="http://schemas.openxmlformats.org/officeDocument/2006/relationships/notesSlide" Target="/ppt/notesSlides/notesSlide2.xml" Id="Reea80e3186ca42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18374395a4418" /><Relationship Type="http://schemas.openxmlformats.org/officeDocument/2006/relationships/notesSlide" Target="/ppt/notesSlides/notesSlide3.xml" Id="Ref413caf078942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a45a2a61849e3" /><Relationship Type="http://schemas.openxmlformats.org/officeDocument/2006/relationships/notesSlide" Target="/ppt/notesSlides/notesSlide4.xml" Id="R763721e4cb9b46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0c544267bd4cca" /><Relationship Type="http://schemas.openxmlformats.org/officeDocument/2006/relationships/notesSlide" Target="/ppt/notesSlides/notesSlide5.xml" Id="Rd99736b1b8eb42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88d0139044301" /><Relationship Type="http://schemas.openxmlformats.org/officeDocument/2006/relationships/notesSlide" Target="/ppt/notesSlides/notesSlide6.xml" Id="R48256542d11a40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5E5C1-48E7-41AD-902E-3671A17F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01  VS Code에서 프로젝트 폴더 열기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8F826-BB52-499F-BF65-D0735A8F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React Hello 앱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70F47-2678-48CC-88AC-701ABE55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1542D-1B65-458F-BBCF-B876587E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4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파일 메뉴에서 「폴더 열기」를 선택합니다.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7EC70-0F15-4E7E-82B5-A720AC45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479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61DAF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400" b="0">
                <a:solidFill>
                  <a:srgbClr val="61DAFB"/>
                </a:solidFill>
                <a:latin typeface="DejaVu Sans Mono"/>
                <a:ea typeface="DejaVu Sans Mono"/>
                <a:cs typeface="DejaVu Sans Mono"/>
              </a:rPr>
              <a:t>C:\Users\ej070\test0920\hello-app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8C2F2-29B2-4263-8D13-52F4C21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052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수정할 파일은 hello-app 안의 src 폴더에 있습니다.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FD491-1B07-4DC1-B965-250ACF29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3867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src/App.jsx     화면 내용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src/App.css     화면 디자인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src/main.jsx    React 시작</a:t>
            </a:r>
          </a:p>
        </p:txBody>
      </p:sp>
    </p:spTree>
    <p:extLst>
      <p:ext uri="{BB962C8B-B14F-4D97-AF65-F5344CB8AC3E}">
        <p14:creationId xmlns:p14="http://schemas.microsoft.com/office/powerpoint/2010/main" val="18574919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77127-5866-4F25-B953-30FDAA2A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02  App.jsx 코드 교체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0C593D-613E-44CB-8A4E-1C4733D1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src/App.jsx를 열고 기존 내용을 모두 지운 뒤 아래 코드를 붙여넣습니다.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2BACE-304F-4C6D-9C3B-551F0C52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E81DC-93AC-4FC0-A696-74EBA1A5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10858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"./App.css";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export default function App() {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return (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&lt;main className="hello-page"&gt;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  &lt;h1&gt;Hello&lt;span&gt;.&lt;/span&gt;&lt;/h1&gt;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&lt;/main&gt;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);</a:t>
            </a:r>
          </a:p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2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B8496-3388-42F7-9FCA-9C4BAB7F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DA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1DAFB"/>
                </a:solidFill>
                <a:latin typeface="Noto Sans CJK KR"/>
                <a:ea typeface="Noto Sans CJK KR"/>
                <a:cs typeface="Noto Sans CJK KR"/>
              </a:rPr>
              <a:t>Hello는 제목, span 안의 마침표는 하늘색으로 표시됩니다.</a:t>
            </a:r>
          </a:p>
        </p:txBody>
      </p:sp>
    </p:spTree>
    <p:extLst>
      <p:ext uri="{BB962C8B-B14F-4D97-AF65-F5344CB8AC3E}">
        <p14:creationId xmlns:p14="http://schemas.microsoft.com/office/powerpoint/2010/main" val="491028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CBEC6-EDAD-40E4-BEB3-B23CD032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App.css 코드 교체 (1/2)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8120D-766E-4639-83BD-26C10519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기존 내용을 모두 지우고 입력합니다. 다음 장의 코드도 이어서 넣습니다.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F4AD7-2368-445A-8600-F467B23D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201596-9994-43E8-A590-9028696F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0225"/>
            <a:ext cx="108585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* {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box-sizing: border-box;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body {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margin: 0;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font-family: Arial, sans-serif;</a:t>
            </a:r>
          </a:p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32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D137A-3E7A-4343-A3D4-5234812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1DA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75" b="0">
                <a:solidFill>
                  <a:srgbClr val="61DAFB"/>
                </a:solidFill>
                <a:latin typeface="Noto Sans CJK KR"/>
                <a:ea typeface="Noto Sans CJK KR"/>
                <a:cs typeface="Noto Sans CJK KR"/>
              </a:rPr>
              <a:t>body의 margin을 0으로 설정해 화면 바깥 여백을 없앱니다.</a:t>
            </a:r>
          </a:p>
        </p:txBody>
      </p:sp>
    </p:spTree>
    <p:extLst>
      <p:ext uri="{BB962C8B-B14F-4D97-AF65-F5344CB8AC3E}">
        <p14:creationId xmlns:p14="http://schemas.microsoft.com/office/powerpoint/2010/main" val="2453893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D3ACC0-465C-4183-9D12-85E16A07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03  App.css 코드 교체 (2/2)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3F8E6-CB91-4BCA-B297-EC2CF8FD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앞 장의 코드 아래에 이어서 붙여넣습니다.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24B6B-2B95-4232-94F4-41F11CCA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FBCD7-1D8B-4934-BE6C-EAD13776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6096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.hello-page {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min-height: 100svh;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display: grid;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place-items: center;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background: #101827;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75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CD2CC-61F8-4233-970B-95426507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809750"/>
            <a:ext cx="485775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.hello-page h1 {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margin: 0;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color: white;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font-size: clamp(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4rem, 17vw, 12rem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);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.hello-page h1 span {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color: #61dafb;</a:t>
            </a:r>
          </a:p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95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29641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AA4E11-CF80-41E1-859D-B4C0903C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04  main.jsx 코드 교체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4FCF7-42B8-452C-AA3E-0095458C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src/main.jsx를 열고 기존 내용을 모두 지운 뒤 아래 코드를 붙여넣습니다.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FB22B-DE25-4D74-AE5A-5ECDF193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55EC7-CEEF-4873-9090-EBBC9E95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React from "react";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ReactDOM from "react-dom/client";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import App from "./App.jsx";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ReactDOM.createRoot(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document.getElementById("root")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).render(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&lt;React.StrictMode&gt;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  &lt;App /&gt;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  &lt;/React.StrictMode&gt;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F8C658-2567-4A39-9132-A5C97F76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53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1DAFB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61DAFB"/>
                </a:solidFill>
                <a:latin typeface="Noto Sans CJK KR"/>
                <a:ea typeface="Noto Sans CJK KR"/>
                <a:cs typeface="Noto Sans CJK KR"/>
              </a:rPr>
              <a:t>기본 스타일이 섞이지 않도록 index.css는 불러오지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9367336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FA6E5D-D048-4A4F-AB80-58D80032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3300" b="1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05  저장 후 브라우저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D19A0-6227-44EB-B363-E466F999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763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세 파일을 모두 저장하면 실행 중인 화면에 수정 내용이 반영됩니다.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D2813-D813-4E3E-8D83-9FF4D9C6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86500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35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BBC3C-6F7C-49E5-9BB0-52E7321D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52625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각 파일에서 Ctrl + S로 저장합니다.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실행 중인 터미널은 그대로 둡니다.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75" b="0">
                <a:solidFill>
                  <a:srgbClr val="FFFFFF"/>
                </a:solidFill>
                <a:latin typeface="Noto Sans CJK KR"/>
                <a:ea typeface="Noto Sans CJK KR"/>
                <a:cs typeface="Noto Sans CJK KR"/>
              </a:rPr>
              <a:t>브라우저에서 Hello 화면을 확인합니다.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C5DC5-ED5A-4D9F-8769-A32F8482F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52650"/>
            <a:ext cx="3810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0" b="1">
                <a:solidFill>
                  <a:srgbClr val="61DAFB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61DAFB"/>
                </a:solidFill>
                <a:latin typeface="Arial"/>
                <a:ea typeface="Arial"/>
                <a:cs typeface="Arial"/>
              </a:rPr>
              <a:t>Hello.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FBF62-1208-4F0C-A676-449FC872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21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서버를 다시 켜야 할 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4B858E-75D6-430A-A3FC-24485E7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196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cd C:\Users\ej070\test0920\hello-app</a:t>
            </a:r>
          </a:p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100" b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npm run 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C772A-4FDA-4D36-AB66-C71483AA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defRPr>
            </a:pPr>
            <a:r>
              <a:rPr sz="1800" b="0">
                <a:solidFill>
                  <a:srgbClr val="9EC7D7"/>
                </a:solidFill>
                <a:latin typeface="Noto Sans CJK KR"/>
                <a:ea typeface="Noto Sans CJK KR"/>
                <a:cs typeface="Noto Sans CJK KR"/>
              </a:rPr>
              <a:t>터미널에 표시된 Local 주소를 브라우저에서 엽니다.</a:t>
            </a:r>
          </a:p>
        </p:txBody>
      </p:sp>
    </p:spTree>
    <p:extLst>
      <p:ext uri="{BB962C8B-B14F-4D97-AF65-F5344CB8AC3E}">
        <p14:creationId xmlns:p14="http://schemas.microsoft.com/office/powerpoint/2010/main" val="13498379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2026-09-20T14:10:46.8230000Z</dcterms:created>
  <dcterms:modified xsi:type="dcterms:W3CDTF">2026-09-20T14:10:46.8230000Z</dcterms:modified>
</coreProperties>
</file>