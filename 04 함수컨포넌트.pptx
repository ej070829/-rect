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9" r:id="rId3"/>
    <p:sldId id="290" r:id="rId4"/>
    <p:sldId id="291" r:id="rId5"/>
    <p:sldId id="28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4" r:id="rId25"/>
    <p:sldId id="276" r:id="rId26"/>
    <p:sldId id="278" r:id="rId27"/>
    <p:sldId id="277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47DAD-D460-FF66-773A-E98654DD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CFDEBB-EDAD-7190-FDED-416BA1605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AC15F-1824-F8E4-F583-7A700C38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3E9C72-F6B1-32B3-0CC4-9CACB682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3F5CEB-66BF-51CA-109A-19278036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71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D0F4D-045A-804F-D87F-AE3B2326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E2B48-48C8-08C6-1FA3-E5F6EAE83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964"/>
            <a:ext cx="10515600" cy="496699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28466-420E-F187-2EFD-C0063663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C09A34-3CAA-3FBD-839D-BC502CFF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62949E-C9BD-90A7-182E-6C189B11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57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A28D2-34FB-F0C9-33E2-28B96A0F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4ACAF6-1041-96AE-0344-7DAE0AD2F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7E4F6-48DF-0213-D5F7-82147A73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E37D4-762C-A9E7-CDEB-16CE341F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C5C9F-2D8D-4587-879B-08C2F1BF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5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D33D5-F6C9-959B-0A5A-FDEA090A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1EFFE-A82A-4992-289C-8803A9DC4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F3B053-FCEF-2DF2-14FC-4A1AF666B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8E5B56-E1A9-55EC-80EC-B42A571D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BCE645-A57C-7D60-8816-9214B81F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E60BBD-9013-921B-85E7-C1D4FA81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83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8F27B-E0E5-3C9E-1237-D682C5829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89B434-B388-09EA-10A1-11A558E8B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E73371-51DC-A698-1D28-42FCDBDC8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E77CD7-17CA-9CD0-2976-F435711FC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4F9B6F2-B9FF-A502-EE1B-CC222D486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5A528C-9AA9-6AAE-B00A-11BAB15A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717A66-FCE4-84F2-3B44-E9A3927B1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1C0EF9-1B6C-49A0-8E23-A0E2F4E4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97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769DC-4A10-3B4E-8C52-BB7015DC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5FB06D-0665-DCA3-4B8F-D2FCC5AD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6D881E-3BE6-99C7-077A-AD1223E6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AC79E6-F757-885A-F0A1-C5C2F977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04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9A017E-C236-AE7C-2812-0118EC98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BA4EC0-994D-A2B5-C349-6E7838D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BF7D1-E044-2D23-F7A2-8FD4F253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57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6D082-7E34-A4F2-01C1-203A7B99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83F3E-85CF-0C35-5914-5B1DC271B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7025D6-9FB8-2DAF-4014-3AB5C2018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74E33A-21E4-9957-0ADF-83DC1AF2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2EA024-3319-5056-BBD2-9169FE61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D997DF-956C-39DF-AE18-DA160AFB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45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50740-6B82-3A64-A8E8-53E75190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457A91-CBAF-618D-C021-4ADFBBC2A25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7B16E1-1F44-27F7-7AAB-DA4286A3A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4F8A02-8DC9-9AD9-00D9-4574CBD67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ABD6FE-7861-39FC-6CAF-50DE97B2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D62E8-2C4C-BBA9-ED43-FA738541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59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0217B-D209-F7B5-1071-9BE071A8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E4D4FD-D5DA-EBDE-4A04-72922B567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35495-E232-B5FE-272E-66D12A3A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97FEEF-F780-F63A-4436-CB8B1522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999E7-94A2-99DF-CBAF-90A2D487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DF9E4B-B017-344B-5E0F-3F306408E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80E14A-3C09-A8FE-A3AC-B93D5EE39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CB9654-0DE8-52E5-6037-6C586F29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6E74D7-3FF9-49B8-3143-DFB36AA8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2E6A6-220B-F4D2-5FCD-3E978F93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85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8E4363-BFCD-CC9E-A9A7-3F0B5D40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D94140-AB7B-DC72-3892-9EB20B9DF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18DF82-6822-D5C7-E7C7-90DB32F6D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EDEFB-F02B-4AEA-914C-D6F6D59B7118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236527-F87E-CF23-4F6F-96325DA08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27C63-6CA3-2561-7E60-EA2D92611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3D9D7-9D0A-4730-B30E-627BCA149E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2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8316C0-C21D-3FF0-FF16-469D6F1006C5}"/>
              </a:ext>
            </a:extLst>
          </p:cNvPr>
          <p:cNvSpPr txBox="1"/>
          <p:nvPr/>
        </p:nvSpPr>
        <p:spPr>
          <a:xfrm>
            <a:off x="983226" y="361701"/>
            <a:ext cx="105303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dirty="0" err="1"/>
              <a:t>React에서</a:t>
            </a:r>
            <a:r>
              <a:rPr lang="ko-KR" altLang="ko-KR" dirty="0"/>
              <a:t> </a:t>
            </a:r>
            <a:r>
              <a:rPr lang="ko-KR" altLang="ko-KR" dirty="0" err="1">
                <a:latin typeface="+mn-lt"/>
              </a:rPr>
              <a:t>useState</a:t>
            </a:r>
            <a:r>
              <a:rPr lang="ko-KR" altLang="ko-KR" dirty="0"/>
              <a:t>, </a:t>
            </a:r>
            <a:r>
              <a:rPr lang="ko-KR" altLang="ko-KR" dirty="0" err="1">
                <a:latin typeface="+mn-lt"/>
              </a:rPr>
              <a:t>useMemo</a:t>
            </a:r>
            <a:r>
              <a:rPr lang="ko-KR" altLang="ko-KR" dirty="0"/>
              <a:t>, </a:t>
            </a:r>
            <a:r>
              <a:rPr lang="ko-KR" altLang="ko-KR" dirty="0" err="1">
                <a:latin typeface="+mn-lt"/>
              </a:rPr>
              <a:t>useRef</a:t>
            </a:r>
            <a:r>
              <a:rPr lang="ko-KR" altLang="ko-KR" dirty="0" err="1"/>
              <a:t>는</a:t>
            </a:r>
            <a:r>
              <a:rPr lang="ko-KR" altLang="ko-KR" dirty="0"/>
              <a:t> 모두 </a:t>
            </a:r>
            <a:r>
              <a:rPr lang="ko-KR" altLang="ko-KR" dirty="0" err="1"/>
              <a:t>Hook</a:t>
            </a:r>
            <a:r>
              <a:rPr lang="ko-KR" altLang="ko-KR" dirty="0"/>
              <a:t>(훅) 이라고 부릅니다. 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ko-KR" dirty="0" err="1"/>
              <a:t>React</a:t>
            </a:r>
            <a:r>
              <a:rPr lang="ko-KR" altLang="ko-KR" dirty="0"/>
              <a:t> 컴포넌트에서 데이터를 관리하거나, 계산을 효율적으로 처리하거나, 특정 요소에 접근할 때 사용하는 기능입니다.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ko-KR" altLang="ko-KR" dirty="0"/>
          </a:p>
          <a:p>
            <a:pPr>
              <a:buNone/>
            </a:pPr>
            <a:r>
              <a:rPr lang="ko-KR" altLang="ko-KR" dirty="0"/>
              <a:t>처음 </a:t>
            </a:r>
            <a:r>
              <a:rPr lang="ko-KR" altLang="ko-KR" dirty="0" err="1"/>
              <a:t>React를</a:t>
            </a:r>
            <a:r>
              <a:rPr lang="ko-KR" altLang="ko-KR" dirty="0"/>
              <a:t> 배우는 학생이라면 다음과 같이 이해하면 쉽습니다.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9DC88E-34E0-E7D5-2860-76576E7D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39" y="4609018"/>
            <a:ext cx="10481527" cy="22002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90814EF-FE8E-54D7-F8BB-B9F0C002E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92" y="1580796"/>
            <a:ext cx="4132641" cy="246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5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1F7AE42-9CE0-3CE1-F90D-B7ECC0B21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45" y="361684"/>
            <a:ext cx="6790008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1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FB89389-D910-D872-4589-61C1EB834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44" y="384129"/>
            <a:ext cx="7630123" cy="632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76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B23C9A-E2B8-3DFB-3764-9E7BC4247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58" y="0"/>
            <a:ext cx="646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4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C8CD5-A81A-E173-ECCD-33B0ED286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62B97E-B384-35E6-BA07-7563F98C0B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1141C7-AE8B-2AC6-CA39-64A1E88F1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9715" y="865144"/>
            <a:ext cx="8654053" cy="48704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CD077D7-7EE5-FFF5-1D49-10BF18F8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768" y="865144"/>
            <a:ext cx="2802858" cy="542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3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7D190-B28D-D9AE-2FEF-84DD5505B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App.jsx</a:t>
            </a:r>
            <a:r>
              <a:rPr lang="ko-KR" altLang="ko-KR" dirty="0"/>
              <a:t> 내용을 모두 지우고 아래 코드를 넣으세요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DDFEB9-04D4-53E8-093B-9C8D179C5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import "./App.css";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export default function App() {</a:t>
            </a:r>
          </a:p>
          <a:p>
            <a:pPr marL="0" indent="0">
              <a:buNone/>
            </a:pPr>
            <a:r>
              <a:rPr lang="en-US" altLang="ko-KR" sz="2000" dirty="0"/>
              <a:t>  return (</a:t>
            </a:r>
          </a:p>
          <a:p>
            <a:pPr marL="0" indent="0">
              <a:buNone/>
            </a:pPr>
            <a:r>
              <a:rPr lang="en-US" altLang="ko-KR" sz="2000" dirty="0"/>
              <a:t>    &lt;div </a:t>
            </a:r>
            <a:r>
              <a:rPr lang="en-US" altLang="ko-KR" sz="2000" dirty="0" err="1"/>
              <a:t>className</a:t>
            </a:r>
            <a:r>
              <a:rPr lang="en-US" altLang="ko-KR" sz="2000" dirty="0"/>
              <a:t>="app"&gt;</a:t>
            </a:r>
          </a:p>
          <a:p>
            <a:pPr marL="0" indent="0">
              <a:buNone/>
            </a:pPr>
            <a:r>
              <a:rPr lang="en-US" altLang="ko-KR" sz="2000" dirty="0"/>
              <a:t>      &lt;h1&gt;</a:t>
            </a:r>
            <a:r>
              <a:rPr lang="ko-KR" altLang="en-US" sz="2000" dirty="0"/>
              <a:t>우리 반 카페</a:t>
            </a:r>
            <a:r>
              <a:rPr lang="en-US" altLang="ko-KR" sz="2000" dirty="0"/>
              <a:t>&lt;/h1&gt;</a:t>
            </a:r>
          </a:p>
          <a:p>
            <a:pPr marL="0" indent="0">
              <a:buNone/>
            </a:pPr>
            <a:r>
              <a:rPr lang="en-US" altLang="ko-KR" sz="2000" dirty="0"/>
              <a:t>      &lt;p&gt;</a:t>
            </a:r>
            <a:r>
              <a:rPr lang="ko-KR" altLang="en-US" sz="2000" dirty="0"/>
              <a:t>화면 구성 실습을 시작합니다</a:t>
            </a:r>
            <a:r>
              <a:rPr lang="en-US" altLang="ko-KR" sz="2000" dirty="0"/>
              <a:t>.&lt;/p&gt;</a:t>
            </a:r>
          </a:p>
          <a:p>
            <a:pPr marL="0" indent="0">
              <a:buNone/>
            </a:pPr>
            <a:r>
              <a:rPr lang="en-US" altLang="ko-KR" sz="2000" dirty="0"/>
              <a:t>    &lt;/div&gt;</a:t>
            </a:r>
          </a:p>
          <a:p>
            <a:pPr marL="0" indent="0">
              <a:buNone/>
            </a:pPr>
            <a:r>
              <a:rPr lang="en-US" altLang="ko-KR" sz="2000" dirty="0"/>
              <a:t>  );</a:t>
            </a:r>
          </a:p>
          <a:p>
            <a:pPr marL="0" indent="0">
              <a:buNone/>
            </a:pPr>
            <a:r>
              <a:rPr lang="en-US" altLang="ko-KR" sz="2000" dirty="0"/>
              <a:t>}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B486D3-28DC-C0EF-9D3F-3791A901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844" y="4081281"/>
            <a:ext cx="6227721" cy="230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4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E5276-52FD-C4DD-FD73-41131F7E7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① </a:t>
            </a:r>
            <a:r>
              <a:rPr lang="ko-KR" altLang="ko-KR" dirty="0" err="1"/>
              <a:t>cafe</a:t>
            </a:r>
            <a:r>
              <a:rPr lang="ko-KR" altLang="ko-KR" dirty="0"/>
              <a:t>/</a:t>
            </a:r>
            <a:r>
              <a:rPr lang="ko-KR" altLang="ko-KR" dirty="0" err="1"/>
              <a:t>src</a:t>
            </a:r>
            <a:r>
              <a:rPr lang="ko-KR" altLang="ko-KR" dirty="0"/>
              <a:t>/</a:t>
            </a:r>
            <a:r>
              <a:rPr lang="ko-KR" altLang="ko-KR" dirty="0" err="1"/>
              <a:t>App.jsx</a:t>
            </a:r>
            <a:r>
              <a:rPr lang="ko-KR" altLang="ko-KR" dirty="0"/>
              <a:t> 내용을 모두 아래 코드로 바꾸세요.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69061-7740-983B-243A-EB98F99C16D9}"/>
              </a:ext>
            </a:extLst>
          </p:cNvPr>
          <p:cNvSpPr txBox="1"/>
          <p:nvPr/>
        </p:nvSpPr>
        <p:spPr>
          <a:xfrm>
            <a:off x="1543665" y="1120646"/>
            <a:ext cx="6096000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300" dirty="0" err="1">
                <a:latin typeface="+mn-lt"/>
              </a:rPr>
              <a:t>import</a:t>
            </a:r>
            <a:r>
              <a:rPr lang="ko-KR" altLang="ko-KR" sz="1300" dirty="0">
                <a:latin typeface="+mn-lt"/>
              </a:rPr>
              <a:t> "./</a:t>
            </a:r>
            <a:r>
              <a:rPr lang="ko-KR" altLang="ko-KR" sz="1300" dirty="0" err="1">
                <a:latin typeface="+mn-lt"/>
              </a:rPr>
              <a:t>App.css</a:t>
            </a:r>
            <a:r>
              <a:rPr lang="ko-KR" altLang="ko-KR" sz="1300" dirty="0">
                <a:latin typeface="+mn-lt"/>
              </a:rPr>
              <a:t>";</a:t>
            </a:r>
          </a:p>
          <a:p>
            <a:pPr rtl="0">
              <a:buNone/>
            </a:pPr>
            <a:endParaRPr lang="ko-KR" altLang="ko-KR" sz="1300" dirty="0">
              <a:latin typeface="+mn-lt"/>
            </a:endParaRPr>
          </a:p>
          <a:p>
            <a:pPr rtl="0">
              <a:buNone/>
            </a:pPr>
            <a:r>
              <a:rPr lang="ko-KR" altLang="ko-KR" sz="1300" dirty="0" err="1">
                <a:latin typeface="+mn-lt"/>
              </a:rPr>
              <a:t>export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default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function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App</a:t>
            </a:r>
            <a:r>
              <a:rPr lang="ko-KR" altLang="ko-KR" sz="1300" dirty="0">
                <a:latin typeface="+mn-lt"/>
              </a:rPr>
              <a:t>() {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</a:t>
            </a:r>
            <a:r>
              <a:rPr lang="ko-KR" altLang="ko-KR" sz="1300" dirty="0" err="1">
                <a:latin typeface="+mn-lt"/>
              </a:rPr>
              <a:t>return</a:t>
            </a:r>
            <a:r>
              <a:rPr lang="ko-KR" altLang="ko-KR" sz="1300" dirty="0">
                <a:latin typeface="+mn-lt"/>
              </a:rPr>
              <a:t> (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&lt;</a:t>
            </a:r>
            <a:r>
              <a:rPr lang="ko-KR" altLang="ko-KR" sz="1300" dirty="0" err="1">
                <a:latin typeface="+mn-lt"/>
              </a:rPr>
              <a:t>div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className</a:t>
            </a:r>
            <a:r>
              <a:rPr lang="ko-KR" altLang="ko-KR" sz="1300" dirty="0">
                <a:latin typeface="+mn-lt"/>
              </a:rPr>
              <a:t>="</a:t>
            </a:r>
            <a:r>
              <a:rPr lang="ko-KR" altLang="ko-KR" sz="1300" dirty="0" err="1">
                <a:latin typeface="+mn-lt"/>
              </a:rPr>
              <a:t>app</a:t>
            </a:r>
            <a:r>
              <a:rPr lang="ko-KR" altLang="ko-KR" sz="13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&lt;h1&gt;우리 반 카페&lt;/h1&gt;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&lt;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&gt;원하는 메뉴를 골라 보세요.&lt;/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sz="1300" dirty="0">
              <a:latin typeface="+mn-lt"/>
            </a:endParaRP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&lt;</a:t>
            </a:r>
            <a:r>
              <a:rPr lang="ko-KR" altLang="ko-KR" sz="1300" dirty="0" err="1">
                <a:latin typeface="+mn-lt"/>
              </a:rPr>
              <a:t>main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className</a:t>
            </a:r>
            <a:r>
              <a:rPr lang="ko-KR" altLang="ko-KR" sz="1300" dirty="0">
                <a:latin typeface="+mn-lt"/>
              </a:rPr>
              <a:t>="</a:t>
            </a:r>
            <a:r>
              <a:rPr lang="ko-KR" altLang="ko-KR" sz="1300" dirty="0" err="1">
                <a:latin typeface="+mn-lt"/>
              </a:rPr>
              <a:t>layout</a:t>
            </a:r>
            <a:r>
              <a:rPr lang="ko-KR" altLang="ko-KR" sz="13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&lt;</a:t>
            </a:r>
            <a:r>
              <a:rPr lang="ko-KR" altLang="ko-KR" sz="1300" dirty="0" err="1">
                <a:latin typeface="+mn-lt"/>
              </a:rPr>
              <a:t>section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className</a:t>
            </a:r>
            <a:r>
              <a:rPr lang="ko-KR" altLang="ko-KR" sz="1300" dirty="0">
                <a:latin typeface="+mn-lt"/>
              </a:rPr>
              <a:t>="</a:t>
            </a:r>
            <a:r>
              <a:rPr lang="ko-KR" altLang="ko-KR" sz="1300" dirty="0" err="1">
                <a:latin typeface="+mn-lt"/>
              </a:rPr>
              <a:t>panel</a:t>
            </a:r>
            <a:r>
              <a:rPr lang="ko-KR" altLang="ko-KR" sz="13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  &lt;h2&gt;메뉴 선택&lt;/h2&gt;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  &lt;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&gt;여기에 메뉴가 표시됩니다.&lt;/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&lt;/</a:t>
            </a:r>
            <a:r>
              <a:rPr lang="ko-KR" altLang="ko-KR" sz="1300" dirty="0" err="1">
                <a:latin typeface="+mn-lt"/>
              </a:rPr>
              <a:t>section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sz="1300" dirty="0">
              <a:latin typeface="+mn-lt"/>
            </a:endParaRP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&lt;</a:t>
            </a:r>
            <a:r>
              <a:rPr lang="ko-KR" altLang="ko-KR" sz="1300" dirty="0" err="1">
                <a:latin typeface="+mn-lt"/>
              </a:rPr>
              <a:t>section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className</a:t>
            </a:r>
            <a:r>
              <a:rPr lang="ko-KR" altLang="ko-KR" sz="1300" dirty="0">
                <a:latin typeface="+mn-lt"/>
              </a:rPr>
              <a:t>="</a:t>
            </a:r>
            <a:r>
              <a:rPr lang="ko-KR" altLang="ko-KR" sz="1300" dirty="0" err="1">
                <a:latin typeface="+mn-lt"/>
              </a:rPr>
              <a:t>panel</a:t>
            </a:r>
            <a:r>
              <a:rPr lang="ko-KR" altLang="ko-KR" sz="13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  &lt;h2&gt;장바구니&lt;/h2&gt;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  &lt;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&gt;장바구니가 비어 있어요.&lt;/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&lt;/</a:t>
            </a:r>
            <a:r>
              <a:rPr lang="ko-KR" altLang="ko-KR" sz="1300" dirty="0" err="1">
                <a:latin typeface="+mn-lt"/>
              </a:rPr>
              <a:t>section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sz="1300" dirty="0">
              <a:latin typeface="+mn-lt"/>
            </a:endParaRP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&lt;</a:t>
            </a:r>
            <a:r>
              <a:rPr lang="ko-KR" altLang="ko-KR" sz="1300" dirty="0" err="1">
                <a:latin typeface="+mn-lt"/>
              </a:rPr>
              <a:t>section</a:t>
            </a:r>
            <a:r>
              <a:rPr lang="ko-KR" altLang="ko-KR" sz="1300" dirty="0">
                <a:latin typeface="+mn-lt"/>
              </a:rPr>
              <a:t> </a:t>
            </a:r>
            <a:r>
              <a:rPr lang="ko-KR" altLang="ko-KR" sz="1300" dirty="0" err="1">
                <a:latin typeface="+mn-lt"/>
              </a:rPr>
              <a:t>className</a:t>
            </a:r>
            <a:r>
              <a:rPr lang="ko-KR" altLang="ko-KR" sz="1300" dirty="0">
                <a:latin typeface="+mn-lt"/>
              </a:rPr>
              <a:t>="</a:t>
            </a:r>
            <a:r>
              <a:rPr lang="ko-KR" altLang="ko-KR" sz="1300" dirty="0" err="1">
                <a:latin typeface="+mn-lt"/>
              </a:rPr>
              <a:t>panel</a:t>
            </a:r>
            <a:r>
              <a:rPr lang="ko-KR" altLang="ko-KR" sz="13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  &lt;h2&gt;주문 결과&lt;/h2&gt;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  &lt;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&gt;주문 후 결과를 확인하세요.&lt;/</a:t>
            </a:r>
            <a:r>
              <a:rPr lang="ko-KR" altLang="ko-KR" sz="1300" dirty="0" err="1">
                <a:latin typeface="+mn-lt"/>
              </a:rPr>
              <a:t>p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  &lt;/</a:t>
            </a:r>
            <a:r>
              <a:rPr lang="ko-KR" altLang="ko-KR" sz="1300" dirty="0" err="1">
                <a:latin typeface="+mn-lt"/>
              </a:rPr>
              <a:t>section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  &lt;/</a:t>
            </a:r>
            <a:r>
              <a:rPr lang="ko-KR" altLang="ko-KR" sz="1300" dirty="0" err="1">
                <a:latin typeface="+mn-lt"/>
              </a:rPr>
              <a:t>main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  &lt;/</a:t>
            </a:r>
            <a:r>
              <a:rPr lang="ko-KR" altLang="ko-KR" sz="1300" dirty="0" err="1">
                <a:latin typeface="+mn-lt"/>
              </a:rPr>
              <a:t>div</a:t>
            </a:r>
            <a:r>
              <a:rPr lang="ko-KR" altLang="ko-KR" sz="13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  );</a:t>
            </a:r>
          </a:p>
          <a:p>
            <a:pPr rtl="0">
              <a:buNone/>
            </a:pPr>
            <a:r>
              <a:rPr lang="ko-KR" altLang="ko-KR" sz="1300" dirty="0">
                <a:latin typeface="+mn-lt"/>
              </a:rPr>
              <a:t>}</a:t>
            </a:r>
            <a:endParaRPr lang="ko-KR" altLang="ko-KR" sz="1300" dirty="0">
              <a:latin typeface="Courier New" panose="020703090202050204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174208-C021-B39F-9A61-77DCB187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125" y="1249329"/>
            <a:ext cx="6223500" cy="178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89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7FF59-D212-5FB5-318E-3E183639D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b="1" dirty="0"/>
              <a:t>② 같은 </a:t>
            </a:r>
            <a:r>
              <a:rPr lang="ko-KR" altLang="ko-KR" b="1" dirty="0" err="1"/>
              <a:t>src</a:t>
            </a:r>
            <a:r>
              <a:rPr lang="ko-KR" altLang="ko-KR" b="1" dirty="0"/>
              <a:t> 폴더의 App.css 내용을 모두 아래 코드로 바꾸세요.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0B006-902E-C2E1-0104-51690C8E3BE5}"/>
              </a:ext>
            </a:extLst>
          </p:cNvPr>
          <p:cNvSpPr txBox="1"/>
          <p:nvPr/>
        </p:nvSpPr>
        <p:spPr>
          <a:xfrm>
            <a:off x="924232" y="1727702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.</a:t>
            </a:r>
            <a:r>
              <a:rPr lang="ko-KR" altLang="en-US" sz="1600" dirty="0" err="1"/>
              <a:t>app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max-width</a:t>
            </a:r>
            <a:r>
              <a:rPr lang="ko-KR" altLang="en-US" sz="1600" dirty="0"/>
              <a:t>: 1200px;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margin</a:t>
            </a:r>
            <a:r>
              <a:rPr lang="ko-KR" altLang="en-US" sz="1600" dirty="0"/>
              <a:t>: 0 </a:t>
            </a:r>
            <a:r>
              <a:rPr lang="ko-KR" altLang="en-US" sz="1600" dirty="0" err="1"/>
              <a:t>auto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padding</a:t>
            </a:r>
            <a:r>
              <a:rPr lang="ko-KR" altLang="en-US" sz="1600" dirty="0"/>
              <a:t>: 30px;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color</a:t>
            </a:r>
            <a:r>
              <a:rPr lang="ko-KR" altLang="en-US" sz="1600" dirty="0"/>
              <a:t>: #163043;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.</a:t>
            </a:r>
            <a:r>
              <a:rPr lang="ko-KR" altLang="en-US" sz="1600" dirty="0" err="1"/>
              <a:t>layout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display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grid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grid-template-columns</a:t>
            </a:r>
            <a:r>
              <a:rPr lang="ko-KR" altLang="en-US" sz="1600" dirty="0"/>
              <a:t>: 1.4fr 1fr 1fr;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gap</a:t>
            </a:r>
            <a:r>
              <a:rPr lang="ko-KR" altLang="en-US" sz="1600" dirty="0"/>
              <a:t>: 20px;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margin-top</a:t>
            </a:r>
            <a:r>
              <a:rPr lang="ko-KR" altLang="en-US" sz="1600" dirty="0"/>
              <a:t>: 25px;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AA741-F1A6-1804-D985-075547FF2EFF}"/>
              </a:ext>
            </a:extLst>
          </p:cNvPr>
          <p:cNvSpPr txBox="1"/>
          <p:nvPr/>
        </p:nvSpPr>
        <p:spPr>
          <a:xfrm>
            <a:off x="6395884" y="1422901"/>
            <a:ext cx="609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600" dirty="0"/>
          </a:p>
          <a:p>
            <a:r>
              <a:rPr lang="ko-KR" altLang="en-US" sz="1600" dirty="0"/>
              <a:t>.</a:t>
            </a:r>
            <a:r>
              <a:rPr lang="ko-KR" altLang="en-US" sz="1600" dirty="0" err="1"/>
              <a:t>panel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padding</a:t>
            </a:r>
            <a:r>
              <a:rPr lang="ko-KR" altLang="en-US" sz="1600" dirty="0"/>
              <a:t>: 24px;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background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white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border</a:t>
            </a:r>
            <a:r>
              <a:rPr lang="ko-KR" altLang="en-US" sz="1600" dirty="0"/>
              <a:t>: 1px </a:t>
            </a:r>
            <a:r>
              <a:rPr lang="ko-KR" altLang="en-US" sz="1600" dirty="0" err="1"/>
              <a:t>solid</a:t>
            </a:r>
            <a:r>
              <a:rPr lang="ko-KR" altLang="en-US" sz="1600" dirty="0"/>
              <a:t> #ddd;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border-radius</a:t>
            </a:r>
            <a:r>
              <a:rPr lang="ko-KR" altLang="en-US" sz="1600" dirty="0"/>
              <a:t>: 16px;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.</a:t>
            </a:r>
            <a:r>
              <a:rPr lang="ko-KR" altLang="en-US" sz="1600" dirty="0" err="1"/>
              <a:t>panel</a:t>
            </a:r>
            <a:r>
              <a:rPr lang="ko-KR" altLang="en-US" sz="1600" dirty="0"/>
              <a:t> h2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margin-top</a:t>
            </a:r>
            <a:r>
              <a:rPr lang="ko-KR" altLang="en-US" sz="1600" dirty="0"/>
              <a:t>: 0;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@media (</a:t>
            </a:r>
            <a:r>
              <a:rPr lang="ko-KR" altLang="en-US" sz="1600" dirty="0" err="1"/>
              <a:t>max-width</a:t>
            </a:r>
            <a:r>
              <a:rPr lang="ko-KR" altLang="en-US" sz="1600" dirty="0"/>
              <a:t>: 800px) {</a:t>
            </a:r>
          </a:p>
          <a:p>
            <a:r>
              <a:rPr lang="ko-KR" altLang="en-US" sz="1600" dirty="0"/>
              <a:t>  .</a:t>
            </a:r>
            <a:r>
              <a:rPr lang="ko-KR" altLang="en-US" sz="1600" dirty="0" err="1"/>
              <a:t>layout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grid-template-columns</a:t>
            </a:r>
            <a:r>
              <a:rPr lang="ko-KR" altLang="en-US" sz="1600" dirty="0"/>
              <a:t>: 1fr;</a:t>
            </a:r>
          </a:p>
          <a:p>
            <a:r>
              <a:rPr lang="ko-KR" altLang="en-US" sz="1600" dirty="0"/>
              <a:t>  }</a:t>
            </a:r>
          </a:p>
          <a:p>
            <a:r>
              <a:rPr lang="ko-KR" alt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889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C9C76-D679-386F-F9C7-1DCC517A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③ </a:t>
            </a:r>
            <a:r>
              <a:rPr lang="ko-KR" altLang="ko-KR" dirty="0" err="1"/>
              <a:t>src</a:t>
            </a:r>
            <a:r>
              <a:rPr lang="ko-KR" altLang="ko-KR" dirty="0"/>
              <a:t>/index.css 내용도 모두 아래 코드로 바꾸세요.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768A2-D320-DF7D-8760-057056993313}"/>
              </a:ext>
            </a:extLst>
          </p:cNvPr>
          <p:cNvSpPr txBox="1"/>
          <p:nvPr/>
        </p:nvSpPr>
        <p:spPr>
          <a:xfrm>
            <a:off x="1209368" y="120784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* {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box-sizing</a:t>
            </a:r>
            <a:r>
              <a:rPr lang="ko-KR" altLang="en-US" dirty="0"/>
              <a:t>: </a:t>
            </a:r>
            <a:r>
              <a:rPr lang="ko-KR" altLang="en-US" dirty="0" err="1"/>
              <a:t>border-box</a:t>
            </a:r>
            <a:r>
              <a:rPr lang="ko-KR" altLang="en-US" dirty="0"/>
              <a:t>;</a:t>
            </a:r>
          </a:p>
          <a:p>
            <a:r>
              <a:rPr lang="ko-KR" altLang="en-US" dirty="0"/>
              <a:t>}</a:t>
            </a:r>
          </a:p>
          <a:p>
            <a:endParaRPr lang="ko-KR" altLang="en-US" dirty="0"/>
          </a:p>
          <a:p>
            <a:r>
              <a:rPr lang="ko-KR" altLang="en-US" dirty="0" err="1"/>
              <a:t>body</a:t>
            </a:r>
            <a:r>
              <a:rPr lang="ko-KR" altLang="en-US" dirty="0"/>
              <a:t> {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margin</a:t>
            </a:r>
            <a:r>
              <a:rPr lang="ko-KR" altLang="en-US" dirty="0"/>
              <a:t>: 0;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background</a:t>
            </a:r>
            <a:r>
              <a:rPr lang="ko-KR" altLang="en-US" dirty="0"/>
              <a:t>: #f7f3eb;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font-family</a:t>
            </a:r>
            <a:r>
              <a:rPr lang="ko-KR" altLang="en-US" dirty="0"/>
              <a:t>: </a:t>
            </a:r>
            <a:r>
              <a:rPr lang="ko-KR" altLang="en-US" dirty="0" err="1"/>
              <a:t>Arial</a:t>
            </a:r>
            <a:r>
              <a:rPr lang="ko-KR" altLang="en-US" dirty="0"/>
              <a:t>, "맑은 고딕", </a:t>
            </a:r>
            <a:r>
              <a:rPr lang="ko-KR" altLang="en-US" dirty="0" err="1"/>
              <a:t>sans-serif</a:t>
            </a:r>
            <a:r>
              <a:rPr lang="ko-KR" altLang="en-US" dirty="0"/>
              <a:t>;</a:t>
            </a:r>
          </a:p>
          <a:p>
            <a:r>
              <a:rPr lang="ko-KR" altLang="en-US" dirty="0"/>
              <a:t>}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37A641-DFBF-2A05-6483-F7ED0E3F7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68" y="4042530"/>
            <a:ext cx="9093763" cy="26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25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91188-FE94-4019-41BA-DFCDD571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메뉴 카드 한 개</a:t>
            </a:r>
            <a:r>
              <a:rPr lang="en-US" altLang="ko-KR" dirty="0"/>
              <a:t> </a:t>
            </a:r>
            <a:r>
              <a:rPr lang="ko-KR" altLang="en-US" dirty="0"/>
              <a:t>넣기 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6E33E-B26B-D1E7-F347-29F12F8BD1D8}"/>
              </a:ext>
            </a:extLst>
          </p:cNvPr>
          <p:cNvSpPr txBox="1"/>
          <p:nvPr/>
        </p:nvSpPr>
        <p:spPr>
          <a:xfrm>
            <a:off x="983226" y="1120676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</a:t>
            </a:r>
            <a:r>
              <a:rPr lang="ko-KR" altLang="ko-KR" b="1" dirty="0" err="1">
                <a:latin typeface="+mn-lt"/>
              </a:rPr>
              <a:t>src</a:t>
            </a:r>
            <a:r>
              <a:rPr lang="ko-KR" altLang="ko-KR" b="1" dirty="0">
                <a:latin typeface="+mn-lt"/>
              </a:rPr>
              <a:t>/</a:t>
            </a:r>
            <a:r>
              <a:rPr lang="ko-KR" altLang="ko-KR" b="1" dirty="0" err="1">
                <a:latin typeface="+mn-lt"/>
              </a:rPr>
              <a:t>App.jsx</a:t>
            </a:r>
            <a:r>
              <a:rPr lang="ko-KR" altLang="ko-KR" b="1" dirty="0" err="1"/>
              <a:t>에서</a:t>
            </a:r>
            <a:r>
              <a:rPr lang="ko-KR" altLang="ko-KR" b="1" dirty="0"/>
              <a:t> 아래 줄을 찾으세요.</a:t>
            </a:r>
            <a:endParaRPr lang="en-US" altLang="ko-KR" b="1" dirty="0"/>
          </a:p>
          <a:p>
            <a:pPr>
              <a:buNone/>
            </a:pP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</a:t>
            </a:r>
            <a:r>
              <a:rPr lang="ko-KR" altLang="ko-KR" dirty="0" err="1">
                <a:latin typeface="+mn-lt"/>
              </a:rPr>
              <a:t>p</a:t>
            </a:r>
            <a:r>
              <a:rPr lang="ko-KR" altLang="ko-KR" dirty="0">
                <a:latin typeface="+mn-lt"/>
              </a:rPr>
              <a:t>&gt;여기에 메뉴가 표시됩니다.&lt;/</a:t>
            </a:r>
            <a:r>
              <a:rPr lang="ko-KR" altLang="ko-KR" dirty="0" err="1">
                <a:latin typeface="+mn-lt"/>
              </a:rPr>
              <a:t>p</a:t>
            </a:r>
            <a:r>
              <a:rPr lang="ko-KR" altLang="ko-KR" dirty="0">
                <a:latin typeface="+mn-lt"/>
              </a:rPr>
              <a:t>&gt;</a:t>
            </a:r>
            <a:endParaRPr lang="en-US" altLang="ko-KR" dirty="0">
              <a:latin typeface="+mn-lt"/>
            </a:endParaRPr>
          </a:p>
          <a:p>
            <a:pPr rtl="0">
              <a:buNone/>
            </a:pPr>
            <a:endParaRPr lang="en-US" altLang="ko-KR" dirty="0"/>
          </a:p>
          <a:p>
            <a:pPr rtl="0">
              <a:buNone/>
            </a:pPr>
            <a:endParaRPr lang="en-US" altLang="ko-KR" dirty="0"/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>
              <a:buNone/>
            </a:pPr>
            <a:r>
              <a:rPr lang="ko-KR" altLang="ko-KR" b="1" dirty="0"/>
              <a:t>이 한 줄을 지우고 아래 코드로 바꾸세요.</a:t>
            </a:r>
            <a:endParaRPr lang="en-US" altLang="ko-KR" b="1" dirty="0"/>
          </a:p>
          <a:p>
            <a:pPr>
              <a:buNone/>
            </a:pP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</a:t>
            </a:r>
            <a:r>
              <a:rPr lang="ko-KR" altLang="ko-KR" dirty="0" err="1">
                <a:latin typeface="+mn-lt"/>
              </a:rPr>
              <a:t>div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className</a:t>
            </a:r>
            <a:r>
              <a:rPr lang="ko-KR" altLang="ko-KR" dirty="0">
                <a:latin typeface="+mn-lt"/>
              </a:rPr>
              <a:t>="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&lt;h3&gt;아메리카노&lt;/h3&gt;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</a:t>
            </a:r>
            <a:r>
              <a:rPr lang="ko-KR" altLang="ko-KR" dirty="0" err="1">
                <a:latin typeface="+mn-lt"/>
              </a:rPr>
              <a:t>p</a:t>
            </a:r>
            <a:r>
              <a:rPr lang="ko-KR" altLang="ko-KR" dirty="0">
                <a:latin typeface="+mn-lt"/>
              </a:rPr>
              <a:t>&gt;3,000원&lt;/</a:t>
            </a:r>
            <a:r>
              <a:rPr lang="ko-KR" altLang="ko-KR" dirty="0" err="1">
                <a:latin typeface="+mn-lt"/>
              </a:rPr>
              <a:t>p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&gt;담기&lt;/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&lt;/</a:t>
            </a:r>
            <a:r>
              <a:rPr lang="ko-KR" altLang="ko-KR" dirty="0" err="1">
                <a:latin typeface="+mn-lt"/>
              </a:rPr>
              <a:t>div</a:t>
            </a:r>
            <a:r>
              <a:rPr lang="ko-KR" altLang="ko-KR" dirty="0">
                <a:latin typeface="+mn-lt"/>
              </a:rPr>
              <a:t>&gt;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C24007-A743-B784-8070-672F20185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832" y="365126"/>
            <a:ext cx="5808985" cy="25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86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546AFC-60CD-2E07-3B4C-9D47055993CF}"/>
              </a:ext>
            </a:extLst>
          </p:cNvPr>
          <p:cNvSpPr txBox="1"/>
          <p:nvPr/>
        </p:nvSpPr>
        <p:spPr>
          <a:xfrm>
            <a:off x="678427" y="476803"/>
            <a:ext cx="107171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 err="1">
                <a:latin typeface="+mn-lt"/>
              </a:rPr>
              <a:t>src</a:t>
            </a:r>
            <a:r>
              <a:rPr lang="ko-KR" altLang="ko-KR" b="1" dirty="0">
                <a:latin typeface="+mn-lt"/>
              </a:rPr>
              <a:t>/App.css</a:t>
            </a:r>
            <a:r>
              <a:rPr lang="ko-KR" altLang="ko-KR" b="1" dirty="0"/>
              <a:t> 맨 아래에 다음 코드를 추가하세요.</a:t>
            </a:r>
            <a:endParaRPr lang="ko-KR" altLang="ko-KR" dirty="0"/>
          </a:p>
          <a:p>
            <a:pPr>
              <a:buNone/>
            </a:pPr>
            <a:r>
              <a:rPr lang="ko-KR" altLang="ko-KR" dirty="0"/>
              <a:t>기존 </a:t>
            </a:r>
            <a:r>
              <a:rPr lang="ko-KR" altLang="ko-KR" dirty="0" err="1"/>
              <a:t>CSS는</a:t>
            </a:r>
            <a:r>
              <a:rPr lang="ko-KR" altLang="ko-KR" dirty="0"/>
              <a:t> 그대로 두세요.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padding</a:t>
            </a:r>
            <a:r>
              <a:rPr lang="ko-KR" altLang="ko-KR" dirty="0">
                <a:latin typeface="+mn-lt"/>
              </a:rPr>
              <a:t>: 20px;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</a:t>
            </a:r>
            <a:r>
              <a:rPr lang="ko-KR" altLang="ko-KR" dirty="0">
                <a:latin typeface="+mn-lt"/>
              </a:rPr>
              <a:t>: 1px </a:t>
            </a:r>
            <a:r>
              <a:rPr lang="ko-KR" altLang="ko-KR" dirty="0" err="1">
                <a:latin typeface="+mn-lt"/>
              </a:rPr>
              <a:t>solid</a:t>
            </a:r>
            <a:r>
              <a:rPr lang="ko-KR" altLang="ko-KR" dirty="0">
                <a:latin typeface="+mn-lt"/>
              </a:rPr>
              <a:t> #ddd;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border-radius</a:t>
            </a:r>
            <a:r>
              <a:rPr lang="ko-KR" altLang="ko-KR" dirty="0">
                <a:latin typeface="+mn-lt"/>
              </a:rPr>
              <a:t>: 12px;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text-align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center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padding</a:t>
            </a:r>
            <a:r>
              <a:rPr lang="ko-KR" altLang="ko-KR" dirty="0">
                <a:latin typeface="+mn-lt"/>
              </a:rPr>
              <a:t>: 10px 24px;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background</a:t>
            </a:r>
            <a:r>
              <a:rPr lang="ko-KR" altLang="ko-KR" dirty="0">
                <a:latin typeface="+mn-lt"/>
              </a:rPr>
              <a:t>: #008c95;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color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white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none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border-radius</a:t>
            </a:r>
            <a:r>
              <a:rPr lang="ko-KR" altLang="ko-KR" dirty="0">
                <a:latin typeface="+mn-lt"/>
              </a:rPr>
              <a:t>: 8px;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cursor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pointer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>
              <a:buNone/>
            </a:pPr>
            <a:r>
              <a:rPr lang="ko-KR" altLang="ko-KR" b="1" dirty="0"/>
              <a:t>③ 두 파일을 저장하세요.</a:t>
            </a:r>
            <a:endParaRPr lang="ko-KR" altLang="ko-KR" dirty="0"/>
          </a:p>
          <a:p>
            <a:pPr>
              <a:buNone/>
            </a:pPr>
            <a:r>
              <a:rPr lang="ko-KR" altLang="ko-KR" dirty="0"/>
              <a:t>메뉴 선택 영역에 </a:t>
            </a:r>
            <a:r>
              <a:rPr lang="ko-KR" altLang="ko-KR" b="1" dirty="0"/>
              <a:t>아메리카노·3,000원·담기 버튼</a:t>
            </a:r>
            <a:r>
              <a:rPr lang="ko-KR" altLang="ko-KR" dirty="0"/>
              <a:t>이 보이면 성공입니다. 지금은 버튼 모양까지 만들고, 클릭 동작은 나중에 연결합니다.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057A5E-7614-7598-C86C-A5AE16C9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335" y="1499605"/>
            <a:ext cx="7094742" cy="312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90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62E0C2-44E1-BF86-07A5-963C3C2160D4}"/>
              </a:ext>
            </a:extLst>
          </p:cNvPr>
          <p:cNvSpPr txBox="1"/>
          <p:nvPr/>
        </p:nvSpPr>
        <p:spPr>
          <a:xfrm>
            <a:off x="806245" y="3462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이 카드를 </a:t>
            </a:r>
            <a:r>
              <a:rPr lang="ko-KR" altLang="ko-KR" b="1" dirty="0"/>
              <a:t>여러 번 사용할 수 있는 컴포넌트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4E056-DE98-32E9-F2D0-4B10CFC3D280}"/>
              </a:ext>
            </a:extLst>
          </p:cNvPr>
          <p:cNvSpPr txBox="1"/>
          <p:nvPr/>
        </p:nvSpPr>
        <p:spPr>
          <a:xfrm>
            <a:off x="806245" y="7156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</a:t>
            </a:r>
            <a:r>
              <a:rPr lang="ko-KR" altLang="ko-KR" b="1" dirty="0" err="1">
                <a:latin typeface="+mn-lt"/>
              </a:rPr>
              <a:t>src</a:t>
            </a:r>
            <a:r>
              <a:rPr lang="ko-KR" altLang="ko-KR" b="1" dirty="0">
                <a:latin typeface="+mn-lt"/>
              </a:rPr>
              <a:t>/</a:t>
            </a:r>
            <a:r>
              <a:rPr lang="ko-KR" altLang="ko-KR" b="1" dirty="0" err="1">
                <a:latin typeface="+mn-lt"/>
              </a:rPr>
              <a:t>App.jsx</a:t>
            </a:r>
            <a:r>
              <a:rPr lang="ko-KR" altLang="ko-KR" b="1" dirty="0"/>
              <a:t> 내용을 모두 아래 코드로 바꾸세요.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AD0B9-4020-0B79-554E-9A304D8F8D80}"/>
              </a:ext>
            </a:extLst>
          </p:cNvPr>
          <p:cNvSpPr txBox="1"/>
          <p:nvPr/>
        </p:nvSpPr>
        <p:spPr>
          <a:xfrm>
            <a:off x="904567" y="1191850"/>
            <a:ext cx="609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"./</a:t>
            </a:r>
            <a:r>
              <a:rPr lang="ko-KR" altLang="en-US" sz="1400" dirty="0" err="1"/>
              <a:t>App.css</a:t>
            </a:r>
            <a:r>
              <a:rPr lang="ko-KR" altLang="en-US" sz="1400" dirty="0"/>
              <a:t>";</a:t>
            </a:r>
          </a:p>
          <a:p>
            <a:endParaRPr lang="ko-KR" altLang="en-US" sz="1400" dirty="0"/>
          </a:p>
          <a:p>
            <a:r>
              <a:rPr lang="ko-KR" altLang="en-US" sz="1400" dirty="0"/>
              <a:t>// 메뉴 카드 컴포넌트</a:t>
            </a:r>
          </a:p>
          <a:p>
            <a:r>
              <a:rPr lang="ko-KR" altLang="en-US" sz="1400" dirty="0" err="1"/>
              <a:t>function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MenuCard</a:t>
            </a:r>
            <a:r>
              <a:rPr lang="ko-KR" altLang="en-US" sz="1400" dirty="0"/>
              <a:t>({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 }) {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(</a:t>
            </a:r>
          </a:p>
          <a:p>
            <a:r>
              <a:rPr lang="ko-KR" altLang="en-US" sz="1400" dirty="0"/>
              <a:t>    &lt;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menu-card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&lt;h3&gt;{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}&lt;/h3&gt;</a:t>
            </a:r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&gt;{</a:t>
            </a:r>
            <a:r>
              <a:rPr lang="ko-KR" altLang="en-US" sz="1400" dirty="0" err="1"/>
              <a:t>price.toLocaleString</a:t>
            </a:r>
            <a:r>
              <a:rPr lang="ko-KR" altLang="en-US" sz="1400" dirty="0"/>
              <a:t>("</a:t>
            </a:r>
            <a:r>
              <a:rPr lang="ko-KR" altLang="en-US" sz="1400" dirty="0" err="1"/>
              <a:t>ko</a:t>
            </a:r>
            <a:r>
              <a:rPr lang="ko-KR" altLang="en-US" sz="1400" dirty="0"/>
              <a:t>-KR")}원&lt;/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button</a:t>
            </a:r>
            <a:r>
              <a:rPr lang="ko-KR" altLang="en-US" sz="1400" dirty="0"/>
              <a:t>&gt;담기&lt;/</a:t>
            </a:r>
            <a:r>
              <a:rPr lang="ko-KR" altLang="en-US" sz="1400" dirty="0" err="1"/>
              <a:t>button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&lt;/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);</a:t>
            </a:r>
          </a:p>
          <a:p>
            <a:r>
              <a:rPr lang="ko-KR" altLang="en-US" sz="1400" dirty="0"/>
              <a:t>}</a:t>
            </a:r>
          </a:p>
          <a:p>
            <a:endParaRPr lang="ko-KR" altLang="en-US" sz="1400" dirty="0"/>
          </a:p>
          <a:p>
            <a:r>
              <a:rPr lang="ko-KR" altLang="en-US" sz="1400" dirty="0"/>
              <a:t>// 전체 화면</a:t>
            </a:r>
          </a:p>
          <a:p>
            <a:r>
              <a:rPr lang="ko-KR" altLang="en-US" sz="1400" dirty="0" err="1"/>
              <a:t>export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default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function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App</a:t>
            </a:r>
            <a:r>
              <a:rPr lang="ko-KR" altLang="en-US" sz="1400" dirty="0"/>
              <a:t>() {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(</a:t>
            </a:r>
          </a:p>
          <a:p>
            <a:r>
              <a:rPr lang="ko-KR" altLang="en-US" sz="1400" dirty="0"/>
              <a:t>    &lt;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app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&lt;h1&gt;우리 반 카페&lt;/h1&gt;</a:t>
            </a:r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&gt;원하는 메뉴를 골라 보세요.&lt;/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layout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&lt;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panel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&lt;h2&gt;메뉴 선택&lt;/h2&gt;</a:t>
            </a:r>
          </a:p>
          <a:p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BBECD-301F-1712-D680-395BB1D4A577}"/>
              </a:ext>
            </a:extLst>
          </p:cNvPr>
          <p:cNvSpPr txBox="1"/>
          <p:nvPr/>
        </p:nvSpPr>
        <p:spPr>
          <a:xfrm>
            <a:off x="5727290" y="248451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400" dirty="0"/>
          </a:p>
          <a:p>
            <a:r>
              <a:rPr lang="ko-KR" altLang="en-US" sz="1400" dirty="0"/>
              <a:t>          &lt;</a:t>
            </a:r>
            <a:r>
              <a:rPr lang="ko-KR" altLang="en-US" sz="1400" dirty="0" err="1"/>
              <a:t>MenuCard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="아메리카노"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={3000} /&gt;</a:t>
            </a:r>
          </a:p>
          <a:p>
            <a:r>
              <a:rPr lang="ko-KR" altLang="en-US" sz="1400" dirty="0"/>
              <a:t>          &lt;</a:t>
            </a:r>
            <a:r>
              <a:rPr lang="ko-KR" altLang="en-US" sz="1400" dirty="0" err="1"/>
              <a:t>MenuCard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="쿠키"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={2000} /&gt;</a:t>
            </a:r>
          </a:p>
          <a:p>
            <a:r>
              <a:rPr lang="ko-KR" altLang="en-US" sz="1400" dirty="0"/>
              <a:t>        &lt;/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&lt;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panel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&lt;h2&gt;장바구니&lt;/h2&gt;</a:t>
            </a:r>
          </a:p>
          <a:p>
            <a:r>
              <a:rPr lang="ko-KR" altLang="en-US" sz="1400" dirty="0"/>
              <a:t>    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&gt;장바구니가 비어 있어요.&lt;/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&lt;/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&lt;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panel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&lt;h2&gt;주문 결과&lt;/h2&gt;</a:t>
            </a:r>
          </a:p>
          <a:p>
            <a:r>
              <a:rPr lang="ko-KR" altLang="en-US" sz="1400" dirty="0"/>
              <a:t>    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&gt;주문 후 결과를 확인하세요.&lt;/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&lt;/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&lt;/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&lt;/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);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023A1A8-32F5-BF04-3D37-862EF4CC9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93" y="167357"/>
            <a:ext cx="3056381" cy="194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45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9BE90-6FB8-8666-4A90-E24FCE5824FC}"/>
              </a:ext>
            </a:extLst>
          </p:cNvPr>
          <p:cNvSpPr txBox="1"/>
          <p:nvPr/>
        </p:nvSpPr>
        <p:spPr>
          <a:xfrm>
            <a:off x="934064" y="375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/>
              <a:t>② </a:t>
            </a:r>
            <a:r>
              <a:rPr lang="ko-KR" altLang="ko-KR" b="1">
                <a:latin typeface="+mn-lt"/>
              </a:rPr>
              <a:t>App.css</a:t>
            </a:r>
            <a:r>
              <a:rPr lang="ko-KR" altLang="ko-KR" b="1"/>
              <a:t> 맨 아래에 다음 코드를 추가하세요.</a:t>
            </a:r>
            <a:endParaRPr lang="ko-KR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81B5E-055E-13AE-39D6-C11A4F4D5DB6}"/>
              </a:ext>
            </a:extLst>
          </p:cNvPr>
          <p:cNvSpPr txBox="1"/>
          <p:nvPr/>
        </p:nvSpPr>
        <p:spPr>
          <a:xfrm>
            <a:off x="1356851" y="92468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.</a:t>
            </a:r>
            <a:r>
              <a:rPr lang="ko-KR" altLang="en-US" dirty="0" err="1"/>
              <a:t>menu-card</a:t>
            </a:r>
            <a:r>
              <a:rPr lang="ko-KR" altLang="en-US" dirty="0"/>
              <a:t> + .</a:t>
            </a:r>
            <a:r>
              <a:rPr lang="ko-KR" altLang="en-US" dirty="0" err="1"/>
              <a:t>menu-card</a:t>
            </a:r>
            <a:r>
              <a:rPr lang="ko-KR" altLang="en-US" dirty="0"/>
              <a:t> {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margin-top</a:t>
            </a:r>
            <a:r>
              <a:rPr lang="ko-KR" altLang="en-US" dirty="0"/>
              <a:t>: 16px;</a:t>
            </a:r>
          </a:p>
          <a:p>
            <a:r>
              <a:rPr lang="ko-KR" alt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84300B-B078-97BC-FE76-E845BC82596E}"/>
              </a:ext>
            </a:extLst>
          </p:cNvPr>
          <p:cNvSpPr txBox="1"/>
          <p:nvPr/>
        </p:nvSpPr>
        <p:spPr>
          <a:xfrm>
            <a:off x="934064" y="2027591"/>
            <a:ext cx="8750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③ 저장하고 확인하세요.</a:t>
            </a:r>
            <a:endParaRPr lang="ko-KR" altLang="ko-KR" dirty="0"/>
          </a:p>
          <a:p>
            <a:pPr>
              <a:buNone/>
            </a:pPr>
            <a:r>
              <a:rPr lang="ko-KR" altLang="ko-KR" b="1" dirty="0"/>
              <a:t>아메리카노 3,000원과 쿠키 2,000원</a:t>
            </a:r>
            <a:r>
              <a:rPr lang="ko-KR" altLang="ko-KR" dirty="0"/>
              <a:t>, 카드 두 개가 세로로 보이면 성공입니다.</a:t>
            </a:r>
          </a:p>
          <a:p>
            <a:pPr>
              <a:buNone/>
            </a:pPr>
            <a:r>
              <a:rPr lang="ko-KR" altLang="ko-KR" dirty="0"/>
              <a:t>이번 단계에서 </a:t>
            </a:r>
            <a:r>
              <a:rPr lang="ko-KR" altLang="ko-KR" dirty="0" err="1"/>
              <a:t>알아둘</a:t>
            </a:r>
            <a:r>
              <a:rPr lang="ko-KR" altLang="ko-KR" dirty="0"/>
              <a:t> 것은 </a:t>
            </a:r>
            <a:r>
              <a:rPr lang="ko-KR" altLang="ko-KR" b="1" dirty="0" err="1"/>
              <a:t>Props</a:t>
            </a:r>
            <a:r>
              <a:rPr lang="ko-KR" altLang="ko-KR" dirty="0" err="1"/>
              <a:t>입니다</a:t>
            </a:r>
            <a:r>
              <a:rPr lang="ko-KR" altLang="ko-KR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05D64B1-4E9F-70FB-79A4-A233611C4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60" y="3233018"/>
            <a:ext cx="8824061" cy="11030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43FC3CA-149C-B41F-83A4-D8617886E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025" y="2950921"/>
            <a:ext cx="5878240" cy="37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6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173D18-C65D-C034-4F7D-A88522BB001A}"/>
              </a:ext>
            </a:extLst>
          </p:cNvPr>
          <p:cNvSpPr txBox="1"/>
          <p:nvPr/>
        </p:nvSpPr>
        <p:spPr>
          <a:xfrm>
            <a:off x="747252" y="5330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메뉴를 배열에 저장하고, </a:t>
            </a:r>
            <a:r>
              <a:rPr lang="ko-KR" altLang="ko-KR" dirty="0" err="1">
                <a:latin typeface="+mn-lt"/>
              </a:rPr>
              <a:t>map</a:t>
            </a:r>
            <a:r>
              <a:rPr lang="ko-KR" altLang="ko-KR" dirty="0">
                <a:latin typeface="+mn-lt"/>
              </a:rPr>
              <a:t>()</a:t>
            </a:r>
            <a:r>
              <a:rPr lang="ko-KR" altLang="ko-KR" dirty="0" err="1"/>
              <a:t>으로</a:t>
            </a:r>
            <a:r>
              <a:rPr lang="ko-KR" altLang="ko-KR" dirty="0"/>
              <a:t> </a:t>
            </a:r>
            <a:r>
              <a:rPr lang="ko-KR" altLang="ko-KR" b="1" dirty="0"/>
              <a:t>6개를 자동 표시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B718B-CA35-3618-D6E5-ECE58118D3E7}"/>
              </a:ext>
            </a:extLst>
          </p:cNvPr>
          <p:cNvSpPr txBox="1"/>
          <p:nvPr/>
        </p:nvSpPr>
        <p:spPr>
          <a:xfrm>
            <a:off x="747252" y="948690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import "./App.css";</a:t>
            </a:r>
          </a:p>
          <a:p>
            <a:r>
              <a:rPr lang="en-US" altLang="ko-KR" sz="1400" dirty="0"/>
              <a:t>// </a:t>
            </a:r>
            <a:r>
              <a:rPr lang="ko-KR" altLang="en-US" sz="1400" dirty="0"/>
              <a:t>메뉴 데이터</a:t>
            </a:r>
          </a:p>
          <a:p>
            <a:r>
              <a:rPr lang="en-US" altLang="ko-KR" sz="1400" dirty="0"/>
              <a:t>const menus = [</a:t>
            </a:r>
          </a:p>
          <a:p>
            <a:r>
              <a:rPr lang="en-US" altLang="ko-KR" sz="1400" dirty="0"/>
              <a:t>  { id: 1, name: "</a:t>
            </a:r>
            <a:r>
              <a:rPr lang="ko-KR" altLang="en-US" sz="1400" dirty="0"/>
              <a:t>아메리카노</a:t>
            </a:r>
            <a:r>
              <a:rPr lang="en-US" altLang="ko-KR" sz="1400" dirty="0"/>
              <a:t>", price: 3000 },</a:t>
            </a:r>
          </a:p>
          <a:p>
            <a:r>
              <a:rPr lang="en-US" altLang="ko-KR" sz="1400" dirty="0"/>
              <a:t>  { id: 2, name: "</a:t>
            </a:r>
            <a:r>
              <a:rPr lang="ko-KR" altLang="en-US" sz="1400" dirty="0" err="1"/>
              <a:t>카페라테</a:t>
            </a:r>
            <a:r>
              <a:rPr lang="en-US" altLang="ko-KR" sz="1400" dirty="0"/>
              <a:t>", price: 3500 },</a:t>
            </a:r>
          </a:p>
          <a:p>
            <a:r>
              <a:rPr lang="en-US" altLang="ko-KR" sz="1400" dirty="0"/>
              <a:t>  { id: 3, name: "</a:t>
            </a:r>
            <a:r>
              <a:rPr lang="ko-KR" altLang="en-US" sz="1400" dirty="0" err="1"/>
              <a:t>초코라테</a:t>
            </a:r>
            <a:r>
              <a:rPr lang="en-US" altLang="ko-KR" sz="1400" dirty="0"/>
              <a:t>", price: 4000 },</a:t>
            </a:r>
          </a:p>
          <a:p>
            <a:r>
              <a:rPr lang="en-US" altLang="ko-KR" sz="1400" dirty="0"/>
              <a:t>  { id: 4, name: "</a:t>
            </a:r>
            <a:r>
              <a:rPr lang="ko-KR" altLang="en-US" sz="1400" dirty="0"/>
              <a:t>레모네이드</a:t>
            </a:r>
            <a:r>
              <a:rPr lang="en-US" altLang="ko-KR" sz="1400" dirty="0"/>
              <a:t>", price: 4000 },</a:t>
            </a:r>
          </a:p>
          <a:p>
            <a:r>
              <a:rPr lang="en-US" altLang="ko-KR" sz="1400" dirty="0"/>
              <a:t>  { id: 5, name: "</a:t>
            </a:r>
            <a:r>
              <a:rPr lang="ko-KR" altLang="en-US" sz="1400" dirty="0"/>
              <a:t>쿠키</a:t>
            </a:r>
            <a:r>
              <a:rPr lang="en-US" altLang="ko-KR" sz="1400" dirty="0"/>
              <a:t>", price: 2000 },</a:t>
            </a:r>
          </a:p>
          <a:p>
            <a:r>
              <a:rPr lang="en-US" altLang="ko-KR" sz="1400" dirty="0"/>
              <a:t>  { id: 6, name: "</a:t>
            </a:r>
            <a:r>
              <a:rPr lang="ko-KR" altLang="en-US" sz="1400" dirty="0"/>
              <a:t>치즈케이크</a:t>
            </a:r>
            <a:r>
              <a:rPr lang="en-US" altLang="ko-KR" sz="1400" dirty="0"/>
              <a:t>", price: 5000 },</a:t>
            </a:r>
          </a:p>
          <a:p>
            <a:r>
              <a:rPr lang="en-US" altLang="ko-KR" sz="1400" dirty="0"/>
              <a:t>];</a:t>
            </a:r>
          </a:p>
          <a:p>
            <a:r>
              <a:rPr lang="en-US" altLang="ko-KR" sz="1400" dirty="0"/>
              <a:t>// </a:t>
            </a:r>
            <a:r>
              <a:rPr lang="ko-KR" altLang="en-US" sz="1400" dirty="0"/>
              <a:t>메뉴 카드</a:t>
            </a:r>
          </a:p>
          <a:p>
            <a:r>
              <a:rPr lang="en-US" altLang="ko-KR" sz="1400" dirty="0"/>
              <a:t>function </a:t>
            </a:r>
            <a:r>
              <a:rPr lang="en-US" altLang="ko-KR" sz="1400" dirty="0" err="1"/>
              <a:t>MenuCard</a:t>
            </a:r>
            <a:r>
              <a:rPr lang="en-US" altLang="ko-KR" sz="1400" dirty="0"/>
              <a:t>({ name, price }) {</a:t>
            </a:r>
          </a:p>
          <a:p>
            <a:r>
              <a:rPr lang="en-US" altLang="ko-KR" sz="1400" dirty="0"/>
              <a:t>  return (</a:t>
            </a:r>
          </a:p>
          <a:p>
            <a:r>
              <a:rPr lang="en-US" altLang="ko-KR" sz="1400" dirty="0"/>
              <a:t>    &lt;div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="menu-card"&gt;</a:t>
            </a:r>
          </a:p>
          <a:p>
            <a:r>
              <a:rPr lang="en-US" altLang="ko-KR" sz="1400" dirty="0"/>
              <a:t>      &lt;h3&gt;{name}&lt;/h3&gt;</a:t>
            </a:r>
          </a:p>
          <a:p>
            <a:r>
              <a:rPr lang="en-US" altLang="ko-KR" sz="1400" dirty="0"/>
              <a:t>      &lt;p&gt;{</a:t>
            </a:r>
            <a:r>
              <a:rPr lang="en-US" altLang="ko-KR" sz="1400" dirty="0" err="1"/>
              <a:t>price.toLocaleString</a:t>
            </a:r>
            <a:r>
              <a:rPr lang="en-US" altLang="ko-KR" sz="1400" dirty="0"/>
              <a:t>("ko-KR")}</a:t>
            </a:r>
            <a:r>
              <a:rPr lang="ko-KR" altLang="en-US" sz="1400" dirty="0"/>
              <a:t>원</a:t>
            </a:r>
            <a:r>
              <a:rPr lang="en-US" altLang="ko-KR" sz="1400" dirty="0"/>
              <a:t>&lt;/p&gt;</a:t>
            </a:r>
          </a:p>
          <a:p>
            <a:r>
              <a:rPr lang="en-US" altLang="ko-KR" sz="1400" dirty="0"/>
              <a:t>      &lt;button&gt;</a:t>
            </a:r>
            <a:r>
              <a:rPr lang="ko-KR" altLang="en-US" sz="1400" dirty="0"/>
              <a:t>담기</a:t>
            </a:r>
            <a:r>
              <a:rPr lang="en-US" altLang="ko-KR" sz="1400" dirty="0"/>
              <a:t>&lt;/button&gt;</a:t>
            </a:r>
          </a:p>
          <a:p>
            <a:r>
              <a:rPr lang="en-US" altLang="ko-KR" sz="1400" dirty="0"/>
              <a:t>    &lt;/div&gt;</a:t>
            </a:r>
          </a:p>
          <a:p>
            <a:r>
              <a:rPr lang="en-US" altLang="ko-KR" sz="1400" dirty="0"/>
              <a:t>  );</a:t>
            </a:r>
          </a:p>
          <a:p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// </a:t>
            </a:r>
            <a:r>
              <a:rPr lang="ko-KR" altLang="en-US" sz="1400" dirty="0"/>
              <a:t>전체 화면</a:t>
            </a:r>
          </a:p>
          <a:p>
            <a:r>
              <a:rPr lang="en-US" altLang="ko-KR" sz="1400" dirty="0"/>
              <a:t>export default function App() {</a:t>
            </a:r>
          </a:p>
          <a:p>
            <a:r>
              <a:rPr lang="en-US" altLang="ko-KR" sz="1400" dirty="0"/>
              <a:t>  return (</a:t>
            </a:r>
          </a:p>
          <a:p>
            <a:r>
              <a:rPr lang="en-US" altLang="ko-KR" sz="1400" dirty="0"/>
              <a:t>    &lt;div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="app"&gt;</a:t>
            </a:r>
          </a:p>
          <a:p>
            <a:r>
              <a:rPr lang="en-US" altLang="ko-KR" sz="1400" dirty="0"/>
              <a:t>      &lt;h1&gt;</a:t>
            </a:r>
            <a:r>
              <a:rPr lang="ko-KR" altLang="en-US" sz="1400" dirty="0"/>
              <a:t>우리 반 카페</a:t>
            </a:r>
            <a:r>
              <a:rPr lang="en-US" altLang="ko-KR" sz="1400" dirty="0"/>
              <a:t>&lt;/h1&gt;</a:t>
            </a:r>
          </a:p>
          <a:p>
            <a:r>
              <a:rPr lang="en-US" altLang="ko-KR" sz="1400" dirty="0"/>
              <a:t>      &lt;p&gt;</a:t>
            </a:r>
            <a:r>
              <a:rPr lang="ko-KR" altLang="en-US" sz="1400" dirty="0"/>
              <a:t>원하는 메뉴를 골라 보세요</a:t>
            </a:r>
            <a:r>
              <a:rPr lang="en-US" altLang="ko-KR" sz="1400" dirty="0"/>
              <a:t>.&lt;/p&gt;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EFABF-4DE0-8F09-DCAF-1E01B01B848C}"/>
              </a:ext>
            </a:extLst>
          </p:cNvPr>
          <p:cNvSpPr txBox="1"/>
          <p:nvPr/>
        </p:nvSpPr>
        <p:spPr>
          <a:xfrm>
            <a:off x="6248400" y="533089"/>
            <a:ext cx="609600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      &lt;main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="layout"&gt;</a:t>
            </a:r>
          </a:p>
          <a:p>
            <a:r>
              <a:rPr lang="en-US" altLang="ko-KR" sz="1400" dirty="0"/>
              <a:t>        &lt;section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="panel"&gt;</a:t>
            </a:r>
          </a:p>
          <a:p>
            <a:r>
              <a:rPr lang="en-US" altLang="ko-KR" sz="1400" dirty="0"/>
              <a:t>          &lt;h2&gt;</a:t>
            </a:r>
            <a:r>
              <a:rPr lang="ko-KR" altLang="en-US" sz="1400" dirty="0"/>
              <a:t>메뉴 선택</a:t>
            </a:r>
            <a:r>
              <a:rPr lang="en-US" altLang="ko-KR" sz="1400" dirty="0"/>
              <a:t>&lt;/h2&gt;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  &lt;div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="menu-grid"&gt;</a:t>
            </a:r>
          </a:p>
          <a:p>
            <a:r>
              <a:rPr lang="en-US" altLang="ko-KR" sz="1400" dirty="0"/>
              <a:t>            {</a:t>
            </a:r>
            <a:r>
              <a:rPr lang="en-US" altLang="ko-KR" sz="1400" dirty="0" err="1"/>
              <a:t>menus.map</a:t>
            </a:r>
            <a:r>
              <a:rPr lang="en-US" altLang="ko-KR" sz="1400" dirty="0"/>
              <a:t>((menu) =&gt; (</a:t>
            </a:r>
          </a:p>
          <a:p>
            <a:r>
              <a:rPr lang="en-US" altLang="ko-KR" sz="1400" dirty="0"/>
              <a:t>              &lt;</a:t>
            </a:r>
            <a:r>
              <a:rPr lang="en-US" altLang="ko-KR" sz="1400" dirty="0" err="1"/>
              <a:t>MenuCard</a:t>
            </a:r>
            <a:endParaRPr lang="en-US" altLang="ko-KR" sz="1400" dirty="0"/>
          </a:p>
          <a:p>
            <a:r>
              <a:rPr lang="en-US" altLang="ko-KR" sz="1400" dirty="0"/>
              <a:t>                key={menu.id}</a:t>
            </a:r>
          </a:p>
          <a:p>
            <a:r>
              <a:rPr lang="en-US" altLang="ko-KR" sz="1400" dirty="0"/>
              <a:t>                name={menu.name}</a:t>
            </a:r>
          </a:p>
          <a:p>
            <a:r>
              <a:rPr lang="en-US" altLang="ko-KR" sz="1400" dirty="0"/>
              <a:t>                price={</a:t>
            </a:r>
            <a:r>
              <a:rPr lang="en-US" altLang="ko-KR" sz="1400" dirty="0" err="1"/>
              <a:t>menu.price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              /&gt;</a:t>
            </a:r>
          </a:p>
          <a:p>
            <a:r>
              <a:rPr lang="en-US" altLang="ko-KR" sz="1400" dirty="0"/>
              <a:t>            ))}</a:t>
            </a:r>
          </a:p>
          <a:p>
            <a:r>
              <a:rPr lang="en-US" altLang="ko-KR" sz="1400" dirty="0"/>
              <a:t>          &lt;/div&gt;</a:t>
            </a:r>
          </a:p>
          <a:p>
            <a:r>
              <a:rPr lang="en-US" altLang="ko-KR" sz="1400" dirty="0"/>
              <a:t>        &lt;/section&gt;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&lt;section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="panel"&gt;</a:t>
            </a:r>
          </a:p>
          <a:p>
            <a:r>
              <a:rPr lang="en-US" altLang="ko-KR" sz="1400" dirty="0"/>
              <a:t>          &lt;h2&gt;</a:t>
            </a:r>
            <a:r>
              <a:rPr lang="ko-KR" altLang="en-US" sz="1400" dirty="0"/>
              <a:t>장바구니</a:t>
            </a:r>
            <a:r>
              <a:rPr lang="en-US" altLang="ko-KR" sz="1400" dirty="0"/>
              <a:t>&lt;/h2&gt;</a:t>
            </a:r>
          </a:p>
          <a:p>
            <a:r>
              <a:rPr lang="en-US" altLang="ko-KR" sz="1400" dirty="0"/>
              <a:t>          &lt;p&gt;</a:t>
            </a:r>
            <a:r>
              <a:rPr lang="ko-KR" altLang="en-US" sz="1400" dirty="0"/>
              <a:t>장바구니가 비어 있어요</a:t>
            </a:r>
            <a:r>
              <a:rPr lang="en-US" altLang="ko-KR" sz="1400" dirty="0"/>
              <a:t>.&lt;/p&gt;</a:t>
            </a:r>
          </a:p>
          <a:p>
            <a:r>
              <a:rPr lang="en-US" altLang="ko-KR" sz="1400" dirty="0"/>
              <a:t>        &lt;/section&gt;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&lt;section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="panel"&gt;</a:t>
            </a:r>
          </a:p>
          <a:p>
            <a:r>
              <a:rPr lang="en-US" altLang="ko-KR" sz="1400" dirty="0"/>
              <a:t>          &lt;h2&gt;</a:t>
            </a:r>
            <a:r>
              <a:rPr lang="ko-KR" altLang="en-US" sz="1400" dirty="0"/>
              <a:t>주문 결과</a:t>
            </a:r>
            <a:r>
              <a:rPr lang="en-US" altLang="ko-KR" sz="1400" dirty="0"/>
              <a:t>&lt;/h2&gt;</a:t>
            </a:r>
          </a:p>
          <a:p>
            <a:r>
              <a:rPr lang="en-US" altLang="ko-KR" sz="1400" dirty="0"/>
              <a:t>          &lt;p&gt;</a:t>
            </a:r>
            <a:r>
              <a:rPr lang="ko-KR" altLang="en-US" sz="1400" dirty="0"/>
              <a:t>주문 후 결과를 확인하세요</a:t>
            </a:r>
            <a:r>
              <a:rPr lang="en-US" altLang="ko-KR" sz="1400" dirty="0"/>
              <a:t>.&lt;/p&gt;</a:t>
            </a:r>
          </a:p>
          <a:p>
            <a:r>
              <a:rPr lang="en-US" altLang="ko-KR" sz="1400" dirty="0"/>
              <a:t>        &lt;/section&gt;</a:t>
            </a:r>
          </a:p>
          <a:p>
            <a:r>
              <a:rPr lang="en-US" altLang="ko-KR" sz="1400" dirty="0"/>
              <a:t>      &lt;/main&gt;</a:t>
            </a:r>
          </a:p>
          <a:p>
            <a:r>
              <a:rPr lang="en-US" altLang="ko-KR" sz="1400" dirty="0"/>
              <a:t>    &lt;/div&gt;</a:t>
            </a:r>
          </a:p>
          <a:p>
            <a:r>
              <a:rPr lang="en-US" altLang="ko-KR" sz="1400" dirty="0"/>
              <a:t>  );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01341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C6B27-6E36-9900-072E-8A5E30138077}"/>
              </a:ext>
            </a:extLst>
          </p:cNvPr>
          <p:cNvSpPr txBox="1"/>
          <p:nvPr/>
        </p:nvSpPr>
        <p:spPr>
          <a:xfrm>
            <a:off x="835742" y="338304"/>
            <a:ext cx="83082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 err="1">
                <a:latin typeface="+mn-lt"/>
              </a:rPr>
              <a:t>src</a:t>
            </a:r>
            <a:r>
              <a:rPr lang="ko-KR" altLang="ko-KR" b="1" dirty="0">
                <a:latin typeface="+mn-lt"/>
              </a:rPr>
              <a:t>/</a:t>
            </a:r>
            <a:r>
              <a:rPr lang="ko-KR" altLang="ko-KR" b="1" dirty="0" err="1">
                <a:latin typeface="+mn-lt"/>
              </a:rPr>
              <a:t>App.css</a:t>
            </a:r>
            <a:r>
              <a:rPr lang="ko-KR" altLang="ko-KR" b="1" dirty="0" err="1"/>
              <a:t>에서</a:t>
            </a:r>
            <a:r>
              <a:rPr lang="ko-KR" altLang="ko-KR" b="1" dirty="0"/>
              <a:t> 아래 코드를 찾아 삭제하세요.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+ 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margin-top</a:t>
            </a:r>
            <a:r>
              <a:rPr lang="ko-KR" altLang="ko-KR" dirty="0">
                <a:latin typeface="+mn-lt"/>
              </a:rPr>
              <a:t>: 16px;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>
              <a:buNone/>
            </a:pPr>
            <a:r>
              <a:rPr lang="ko-KR" altLang="ko-KR" b="1" dirty="0"/>
              <a:t>③ </a:t>
            </a:r>
            <a:r>
              <a:rPr lang="ko-KR" altLang="ko-KR" b="1" dirty="0">
                <a:latin typeface="+mn-lt"/>
              </a:rPr>
              <a:t>App.css</a:t>
            </a:r>
            <a:r>
              <a:rPr lang="ko-KR" altLang="ko-KR" b="1" dirty="0"/>
              <a:t> 맨 아래에 아래 코드를 추가하세요.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menu-grid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display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grid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grid-template-columns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repeat</a:t>
            </a:r>
            <a:r>
              <a:rPr lang="ko-KR" altLang="ko-KR" dirty="0">
                <a:latin typeface="+mn-lt"/>
              </a:rPr>
              <a:t>(2, </a:t>
            </a:r>
            <a:r>
              <a:rPr lang="ko-KR" altLang="ko-KR" dirty="0" err="1">
                <a:latin typeface="+mn-lt"/>
              </a:rPr>
              <a:t>minmax</a:t>
            </a:r>
            <a:r>
              <a:rPr lang="ko-KR" altLang="ko-KR" dirty="0">
                <a:latin typeface="+mn-lt"/>
              </a:rPr>
              <a:t>(0, 1fr));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gap</a:t>
            </a:r>
            <a:r>
              <a:rPr lang="ko-KR" altLang="ko-KR" dirty="0">
                <a:latin typeface="+mn-lt"/>
              </a:rPr>
              <a:t>: 14px;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min-width</a:t>
            </a:r>
            <a:r>
              <a:rPr lang="ko-KR" altLang="ko-KR" dirty="0">
                <a:latin typeface="+mn-lt"/>
              </a:rPr>
              <a:t>: 0;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padding</a:t>
            </a:r>
            <a:r>
              <a:rPr lang="ko-KR" altLang="ko-KR" dirty="0">
                <a:latin typeface="+mn-lt"/>
              </a:rPr>
              <a:t>: 16px;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h3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font-size</a:t>
            </a:r>
            <a:r>
              <a:rPr lang="ko-KR" altLang="ko-KR" dirty="0">
                <a:latin typeface="+mn-lt"/>
              </a:rPr>
              <a:t>: 17px;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>
              <a:buNone/>
            </a:pPr>
            <a:r>
              <a:rPr lang="ko-KR" altLang="ko-KR" b="1" dirty="0"/>
              <a:t>④ 두 파일을 저장하세요.</a:t>
            </a:r>
            <a:endParaRPr lang="ko-KR" altLang="ko-KR" dirty="0"/>
          </a:p>
          <a:p>
            <a:pPr>
              <a:buNone/>
            </a:pPr>
            <a:r>
              <a:rPr lang="ko-KR" altLang="ko-KR" dirty="0"/>
              <a:t>메뉴 카드가 </a:t>
            </a:r>
            <a:r>
              <a:rPr lang="ko-KR" altLang="ko-KR" b="1" dirty="0"/>
              <a:t>가로 2개씩, 총 6개</a:t>
            </a:r>
            <a:r>
              <a:rPr lang="ko-KR" altLang="ko-KR" dirty="0"/>
              <a:t> 보이면 성공입니다.</a:t>
            </a:r>
          </a:p>
        </p:txBody>
      </p:sp>
    </p:spTree>
    <p:extLst>
      <p:ext uri="{BB962C8B-B14F-4D97-AF65-F5344CB8AC3E}">
        <p14:creationId xmlns:p14="http://schemas.microsoft.com/office/powerpoint/2010/main" val="987192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88F550-829C-578C-97C5-2B0B6A16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845" y="355813"/>
            <a:ext cx="7731728" cy="23974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6DF298-9A25-47D9-F79F-958551487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52" y="2823587"/>
            <a:ext cx="4856484" cy="395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38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59823-B51C-82D7-5574-B70BEFBA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/>
              <a:t>‘</a:t>
            </a:r>
            <a:r>
              <a:rPr lang="ko-KR" altLang="ko-KR" b="1" dirty="0" err="1"/>
              <a:t>담기’를</a:t>
            </a:r>
            <a:r>
              <a:rPr lang="ko-KR" altLang="ko-KR" b="1" dirty="0"/>
              <a:t> 누르면 장바구니에 메뉴가 표시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5D613-194A-52F6-F63C-0ED2C0B4ACF2}"/>
              </a:ext>
            </a:extLst>
          </p:cNvPr>
          <p:cNvSpPr txBox="1"/>
          <p:nvPr/>
        </p:nvSpPr>
        <p:spPr>
          <a:xfrm>
            <a:off x="1032387" y="9263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/>
              <a:t>① </a:t>
            </a:r>
            <a:r>
              <a:rPr lang="ko-KR" altLang="ko-KR" b="1">
                <a:latin typeface="+mn-lt"/>
              </a:rPr>
              <a:t>src/App.jsx</a:t>
            </a:r>
            <a:r>
              <a:rPr lang="ko-KR" altLang="ko-KR" b="1"/>
              <a:t> 내용을 모두 아래 코드로 바꾸세요.</a:t>
            </a:r>
            <a:endParaRPr lang="ko-KR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3C72A-6F23-C49E-3548-512A1B275756}"/>
              </a:ext>
            </a:extLst>
          </p:cNvPr>
          <p:cNvSpPr txBox="1"/>
          <p:nvPr/>
        </p:nvSpPr>
        <p:spPr>
          <a:xfrm>
            <a:off x="1032387" y="1440350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{ </a:t>
            </a:r>
            <a:r>
              <a:rPr lang="ko-KR" altLang="en-US" sz="1400" dirty="0" err="1"/>
              <a:t>useState</a:t>
            </a:r>
            <a:r>
              <a:rPr lang="ko-KR" altLang="en-US" sz="1400" dirty="0"/>
              <a:t> } </a:t>
            </a:r>
            <a:r>
              <a:rPr lang="ko-KR" altLang="en-US" sz="1400" dirty="0" err="1"/>
              <a:t>from</a:t>
            </a:r>
            <a:r>
              <a:rPr lang="ko-KR" altLang="en-US" sz="1400" dirty="0"/>
              <a:t> "</a:t>
            </a:r>
            <a:r>
              <a:rPr lang="ko-KR" altLang="en-US" sz="1400" dirty="0" err="1"/>
              <a:t>react</a:t>
            </a:r>
            <a:r>
              <a:rPr lang="ko-KR" altLang="en-US" sz="1400" dirty="0"/>
              <a:t>";</a:t>
            </a:r>
          </a:p>
          <a:p>
            <a:r>
              <a:rPr lang="ko-KR" altLang="en-US" sz="1400" dirty="0" err="1"/>
              <a:t>import</a:t>
            </a:r>
            <a:r>
              <a:rPr lang="ko-KR" altLang="en-US" sz="1400" dirty="0"/>
              <a:t> "./</a:t>
            </a:r>
            <a:r>
              <a:rPr lang="ko-KR" altLang="en-US" sz="1400" dirty="0" err="1"/>
              <a:t>App.css</a:t>
            </a:r>
            <a:r>
              <a:rPr lang="ko-KR" altLang="en-US" sz="1400" dirty="0"/>
              <a:t>";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const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menus</a:t>
            </a:r>
            <a:r>
              <a:rPr lang="ko-KR" altLang="en-US" sz="1400" dirty="0"/>
              <a:t> = [</a:t>
            </a:r>
          </a:p>
          <a:p>
            <a:r>
              <a:rPr lang="ko-KR" altLang="en-US" sz="1400" dirty="0"/>
              <a:t>  { </a:t>
            </a:r>
            <a:r>
              <a:rPr lang="ko-KR" altLang="en-US" sz="1400" dirty="0" err="1"/>
              <a:t>id</a:t>
            </a:r>
            <a:r>
              <a:rPr lang="ko-KR" altLang="en-US" sz="1400" dirty="0"/>
              <a:t>: 1,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: "아메리카노",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: 3000 },</a:t>
            </a:r>
          </a:p>
          <a:p>
            <a:r>
              <a:rPr lang="ko-KR" altLang="en-US" sz="1400" dirty="0"/>
              <a:t>  { </a:t>
            </a:r>
            <a:r>
              <a:rPr lang="ko-KR" altLang="en-US" sz="1400" dirty="0" err="1"/>
              <a:t>id</a:t>
            </a:r>
            <a:r>
              <a:rPr lang="ko-KR" altLang="en-US" sz="1400" dirty="0"/>
              <a:t>: 2,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: "</a:t>
            </a:r>
            <a:r>
              <a:rPr lang="ko-KR" altLang="en-US" sz="1400" dirty="0" err="1"/>
              <a:t>카페라테</a:t>
            </a:r>
            <a:r>
              <a:rPr lang="ko-KR" altLang="en-US" sz="1400" dirty="0"/>
              <a:t>",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: 3500 },</a:t>
            </a:r>
          </a:p>
          <a:p>
            <a:r>
              <a:rPr lang="ko-KR" altLang="en-US" sz="1400" dirty="0"/>
              <a:t>  { </a:t>
            </a:r>
            <a:r>
              <a:rPr lang="ko-KR" altLang="en-US" sz="1400" dirty="0" err="1"/>
              <a:t>id</a:t>
            </a:r>
            <a:r>
              <a:rPr lang="ko-KR" altLang="en-US" sz="1400" dirty="0"/>
              <a:t>: 3,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: "</a:t>
            </a:r>
            <a:r>
              <a:rPr lang="ko-KR" altLang="en-US" sz="1400" dirty="0" err="1"/>
              <a:t>초코라테</a:t>
            </a:r>
            <a:r>
              <a:rPr lang="ko-KR" altLang="en-US" sz="1400" dirty="0"/>
              <a:t>",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: 4000 },</a:t>
            </a:r>
          </a:p>
          <a:p>
            <a:r>
              <a:rPr lang="ko-KR" altLang="en-US" sz="1400" dirty="0"/>
              <a:t>  { </a:t>
            </a:r>
            <a:r>
              <a:rPr lang="ko-KR" altLang="en-US" sz="1400" dirty="0" err="1"/>
              <a:t>id</a:t>
            </a:r>
            <a:r>
              <a:rPr lang="ko-KR" altLang="en-US" sz="1400" dirty="0"/>
              <a:t>: 4,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: "레모네이드",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: 4000 },</a:t>
            </a:r>
          </a:p>
          <a:p>
            <a:r>
              <a:rPr lang="ko-KR" altLang="en-US" sz="1400" dirty="0"/>
              <a:t>  { </a:t>
            </a:r>
            <a:r>
              <a:rPr lang="ko-KR" altLang="en-US" sz="1400" dirty="0" err="1"/>
              <a:t>id</a:t>
            </a:r>
            <a:r>
              <a:rPr lang="ko-KR" altLang="en-US" sz="1400" dirty="0"/>
              <a:t>: 5,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: "쿠키",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: 2000 },</a:t>
            </a:r>
          </a:p>
          <a:p>
            <a:r>
              <a:rPr lang="ko-KR" altLang="en-US" sz="1400" dirty="0"/>
              <a:t>  { </a:t>
            </a:r>
            <a:r>
              <a:rPr lang="ko-KR" altLang="en-US" sz="1400" dirty="0" err="1"/>
              <a:t>id</a:t>
            </a:r>
            <a:r>
              <a:rPr lang="ko-KR" altLang="en-US" sz="1400" dirty="0"/>
              <a:t>: 6,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: "치즈케이크",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: 5000 },</a:t>
            </a:r>
          </a:p>
          <a:p>
            <a:r>
              <a:rPr lang="ko-KR" altLang="en-US" sz="1400" dirty="0"/>
              <a:t>];</a:t>
            </a:r>
          </a:p>
          <a:p>
            <a:endParaRPr lang="ko-KR" altLang="en-US" sz="1400" dirty="0"/>
          </a:p>
          <a:p>
            <a:r>
              <a:rPr lang="ko-KR" altLang="en-US" sz="1400" dirty="0"/>
              <a:t>// </a:t>
            </a:r>
            <a:r>
              <a:rPr lang="ko-KR" altLang="en-US" sz="1400" dirty="0" err="1"/>
              <a:t>onAdd는</a:t>
            </a:r>
            <a:r>
              <a:rPr lang="ko-KR" altLang="en-US" sz="1400" dirty="0"/>
              <a:t> 담기 버튼을 클릭했을 때 실행할 함수입니다.</a:t>
            </a:r>
          </a:p>
          <a:p>
            <a:r>
              <a:rPr lang="ko-KR" altLang="en-US" sz="1400" dirty="0" err="1"/>
              <a:t>function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MenuCard</a:t>
            </a:r>
            <a:r>
              <a:rPr lang="ko-KR" altLang="en-US" sz="1400" dirty="0"/>
              <a:t>({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onAdd</a:t>
            </a:r>
            <a:r>
              <a:rPr lang="ko-KR" altLang="en-US" sz="1400" dirty="0"/>
              <a:t> }) {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(</a:t>
            </a:r>
          </a:p>
          <a:p>
            <a:r>
              <a:rPr lang="ko-KR" altLang="en-US" sz="1400" dirty="0"/>
              <a:t>    &lt;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menu-card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&lt;h3&gt;{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}&lt;/h3&gt;</a:t>
            </a:r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&gt;{</a:t>
            </a:r>
            <a:r>
              <a:rPr lang="ko-KR" altLang="en-US" sz="1400" dirty="0" err="1"/>
              <a:t>price.toLocaleString</a:t>
            </a:r>
            <a:r>
              <a:rPr lang="ko-KR" altLang="en-US" sz="1400" dirty="0"/>
              <a:t>("</a:t>
            </a:r>
            <a:r>
              <a:rPr lang="ko-KR" altLang="en-US" sz="1400" dirty="0" err="1"/>
              <a:t>ko</a:t>
            </a:r>
            <a:r>
              <a:rPr lang="ko-KR" altLang="en-US" sz="1400" dirty="0"/>
              <a:t>-KR")}원&lt;/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button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onClick</a:t>
            </a:r>
            <a:r>
              <a:rPr lang="ko-KR" altLang="en-US" sz="1400" dirty="0"/>
              <a:t>={</a:t>
            </a:r>
            <a:r>
              <a:rPr lang="ko-KR" altLang="en-US" sz="1400" dirty="0" err="1"/>
              <a:t>onAdd</a:t>
            </a:r>
            <a:r>
              <a:rPr lang="ko-KR" altLang="en-US" sz="1400" dirty="0"/>
              <a:t>}&gt;담기&lt;/</a:t>
            </a:r>
            <a:r>
              <a:rPr lang="ko-KR" altLang="en-US" sz="1400" dirty="0" err="1"/>
              <a:t>button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&lt;/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);</a:t>
            </a:r>
          </a:p>
          <a:p>
            <a:r>
              <a:rPr lang="ko-KR" altLang="en-US" sz="14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F80A4-BA7D-1B95-C7D4-BE88C6EBCBDD}"/>
              </a:ext>
            </a:extLst>
          </p:cNvPr>
          <p:cNvSpPr txBox="1"/>
          <p:nvPr/>
        </p:nvSpPr>
        <p:spPr>
          <a:xfrm>
            <a:off x="6193094" y="1217381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sz="1400" dirty="0"/>
          </a:p>
          <a:p>
            <a:r>
              <a:rPr lang="ko-KR" altLang="en-US" sz="1400" dirty="0" err="1"/>
              <a:t>export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default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function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App</a:t>
            </a:r>
            <a:r>
              <a:rPr lang="ko-KR" altLang="en-US" sz="1400" dirty="0"/>
              <a:t>() {</a:t>
            </a:r>
          </a:p>
          <a:p>
            <a:r>
              <a:rPr lang="ko-KR" altLang="en-US" sz="1400" dirty="0"/>
              <a:t>  // 장바구니의 처음 값은 빈 배열입니다.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const</a:t>
            </a:r>
            <a:r>
              <a:rPr lang="ko-KR" altLang="en-US" sz="1400" dirty="0"/>
              <a:t> [</a:t>
            </a:r>
            <a:r>
              <a:rPr lang="ko-KR" altLang="en-US" sz="1400" dirty="0" err="1"/>
              <a:t>cart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setCart</a:t>
            </a:r>
            <a:r>
              <a:rPr lang="ko-KR" altLang="en-US" sz="1400" dirty="0"/>
              <a:t>] = </a:t>
            </a:r>
            <a:r>
              <a:rPr lang="ko-KR" altLang="en-US" sz="1400" dirty="0" err="1"/>
              <a:t>useState</a:t>
            </a:r>
            <a:r>
              <a:rPr lang="ko-KR" altLang="en-US" sz="1400" dirty="0"/>
              <a:t>([]);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// 기존 장바구니에 선택한 메뉴를 추가합니다.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function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addToCart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menu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setCart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previous</a:t>
            </a:r>
            <a:r>
              <a:rPr lang="ko-KR" altLang="en-US" sz="1400" dirty="0"/>
              <a:t>) =&gt; [...</a:t>
            </a:r>
            <a:r>
              <a:rPr lang="ko-KR" altLang="en-US" sz="1400" dirty="0" err="1"/>
              <a:t>previous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menu</a:t>
            </a:r>
            <a:r>
              <a:rPr lang="ko-KR" altLang="en-US" sz="1400" dirty="0"/>
              <a:t>]);</a:t>
            </a:r>
          </a:p>
          <a:p>
            <a:r>
              <a:rPr lang="ko-KR" altLang="en-US" sz="1400" dirty="0"/>
              <a:t>  }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(</a:t>
            </a:r>
          </a:p>
          <a:p>
            <a:r>
              <a:rPr lang="ko-KR" altLang="en-US" sz="1400" dirty="0"/>
              <a:t>    &lt;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app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&lt;h1&gt;우리 반 카페&lt;/h1&gt;</a:t>
            </a:r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&gt;원하는 메뉴를 골라 보세요.&lt;/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&lt;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layout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&lt;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panel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&lt;h2&gt;메뉴 선택&lt;/h2&gt;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  &lt;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menu-grid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  {</a:t>
            </a:r>
            <a:r>
              <a:rPr lang="ko-KR" altLang="en-US" sz="1400" dirty="0" err="1"/>
              <a:t>menus.map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menu</a:t>
            </a:r>
            <a:r>
              <a:rPr lang="ko-KR" altLang="en-US" sz="1400" dirty="0"/>
              <a:t>) =&gt; (</a:t>
            </a:r>
          </a:p>
          <a:p>
            <a:r>
              <a:rPr lang="ko-KR" altLang="en-US" sz="1400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52596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379F-C9D5-2056-C82A-0E5A7BE2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5DD02-B56F-E664-52B3-81C9C9E5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/>
              <a:t>‘</a:t>
            </a:r>
            <a:r>
              <a:rPr lang="ko-KR" altLang="ko-KR" b="1" dirty="0" err="1"/>
              <a:t>담기’를</a:t>
            </a:r>
            <a:r>
              <a:rPr lang="ko-KR" altLang="ko-KR" b="1" dirty="0"/>
              <a:t> 누르면 장바구니에 메뉴가 표시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E3405-87C6-1BBD-2B9D-F58DE45B70F9}"/>
              </a:ext>
            </a:extLst>
          </p:cNvPr>
          <p:cNvSpPr txBox="1"/>
          <p:nvPr/>
        </p:nvSpPr>
        <p:spPr>
          <a:xfrm>
            <a:off x="1032387" y="9263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/>
              <a:t>① </a:t>
            </a:r>
            <a:r>
              <a:rPr lang="ko-KR" altLang="ko-KR" b="1">
                <a:latin typeface="+mn-lt"/>
              </a:rPr>
              <a:t>src/App.jsx</a:t>
            </a:r>
            <a:r>
              <a:rPr lang="ko-KR" altLang="ko-KR" b="1"/>
              <a:t> 내용을 모두 아래 코드로 바꾸세요.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08D23-711F-128B-DEBA-B4FA14160700}"/>
              </a:ext>
            </a:extLst>
          </p:cNvPr>
          <p:cNvSpPr txBox="1"/>
          <p:nvPr/>
        </p:nvSpPr>
        <p:spPr>
          <a:xfrm>
            <a:off x="1032387" y="1295711"/>
            <a:ext cx="6096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	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MenuCard</a:t>
            </a:r>
            <a:endParaRPr lang="ko-KR" altLang="en-US" sz="1400" dirty="0"/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key</a:t>
            </a:r>
            <a:r>
              <a:rPr lang="ko-KR" altLang="en-US" sz="1400" dirty="0"/>
              <a:t>={</a:t>
            </a:r>
            <a:r>
              <a:rPr lang="ko-KR" altLang="en-US" sz="1400" dirty="0" err="1"/>
              <a:t>menu.id</a:t>
            </a:r>
            <a:r>
              <a:rPr lang="ko-KR" altLang="en-US" sz="1400" dirty="0"/>
              <a:t>}</a:t>
            </a:r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name</a:t>
            </a:r>
            <a:r>
              <a:rPr lang="ko-KR" altLang="en-US" sz="1400" dirty="0"/>
              <a:t>={</a:t>
            </a:r>
            <a:r>
              <a:rPr lang="ko-KR" altLang="en-US" sz="1400" dirty="0" err="1"/>
              <a:t>menu.name</a:t>
            </a:r>
            <a:r>
              <a:rPr lang="ko-KR" altLang="en-US" sz="1400" dirty="0"/>
              <a:t>}</a:t>
            </a:r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price</a:t>
            </a:r>
            <a:r>
              <a:rPr lang="ko-KR" altLang="en-US" sz="1400" dirty="0"/>
              <a:t>={</a:t>
            </a:r>
            <a:r>
              <a:rPr lang="ko-KR" altLang="en-US" sz="1400" dirty="0" err="1"/>
              <a:t>menu.price</a:t>
            </a:r>
            <a:r>
              <a:rPr lang="ko-KR" altLang="en-US" sz="1400" dirty="0"/>
              <a:t>}</a:t>
            </a:r>
          </a:p>
          <a:p>
            <a:r>
              <a:rPr lang="ko-KR" altLang="en-US" sz="1400" dirty="0"/>
              <a:t>                </a:t>
            </a:r>
            <a:r>
              <a:rPr lang="ko-KR" altLang="en-US" sz="1400" dirty="0" err="1"/>
              <a:t>onAdd</a:t>
            </a:r>
            <a:r>
              <a:rPr lang="ko-KR" altLang="en-US" sz="1400" dirty="0"/>
              <a:t>={() =&gt; </a:t>
            </a:r>
            <a:r>
              <a:rPr lang="ko-KR" altLang="en-US" sz="1400" dirty="0" err="1"/>
              <a:t>addToCart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menu</a:t>
            </a:r>
            <a:r>
              <a:rPr lang="ko-KR" altLang="en-US" sz="1400" dirty="0"/>
              <a:t>)}</a:t>
            </a:r>
          </a:p>
          <a:p>
            <a:r>
              <a:rPr lang="ko-KR" altLang="en-US" sz="1400" dirty="0"/>
              <a:t>              /&gt;</a:t>
            </a:r>
          </a:p>
          <a:p>
            <a:r>
              <a:rPr lang="ko-KR" altLang="en-US" sz="1400" dirty="0"/>
              <a:t>            ))}</a:t>
            </a:r>
          </a:p>
          <a:p>
            <a:r>
              <a:rPr lang="ko-KR" altLang="en-US" sz="1400" dirty="0"/>
              <a:t>          &lt;/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&lt;/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&lt;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panel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&lt;h2&gt;장바구니&lt;/h2&gt;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  {</a:t>
            </a:r>
            <a:r>
              <a:rPr lang="ko-KR" altLang="en-US" sz="1400" dirty="0" err="1"/>
              <a:t>cart.length</a:t>
            </a:r>
            <a:r>
              <a:rPr lang="ko-KR" altLang="en-US" sz="1400" dirty="0"/>
              <a:t> === 0 ? (</a:t>
            </a:r>
          </a:p>
          <a:p>
            <a:r>
              <a:rPr lang="ko-KR" altLang="en-US" sz="1400" dirty="0"/>
              <a:t>      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&gt;장바구니가 비어 있어요.&lt;/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  ) : (</a:t>
            </a:r>
          </a:p>
          <a:p>
            <a:r>
              <a:rPr lang="ko-KR" altLang="en-US" sz="1400" dirty="0"/>
              <a:t>            &lt;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      {</a:t>
            </a:r>
            <a:r>
              <a:rPr lang="ko-KR" altLang="en-US" sz="1400" dirty="0" err="1"/>
              <a:t>cart.map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item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index</a:t>
            </a:r>
            <a:r>
              <a:rPr lang="ko-KR" altLang="en-US" sz="1400" dirty="0"/>
              <a:t>) =&gt; (</a:t>
            </a:r>
          </a:p>
          <a:p>
            <a:r>
              <a:rPr lang="ko-KR" altLang="en-US" sz="1400" dirty="0"/>
              <a:t>          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 </a:t>
            </a:r>
            <a:r>
              <a:rPr lang="ko-KR" altLang="en-US" sz="1400" dirty="0" err="1"/>
              <a:t>key</a:t>
            </a:r>
            <a:r>
              <a:rPr lang="ko-KR" altLang="en-US" sz="1400" dirty="0"/>
              <a:t>={</a:t>
            </a:r>
            <a:r>
              <a:rPr lang="ko-KR" altLang="en-US" sz="1400" dirty="0" err="1"/>
              <a:t>index</a:t>
            </a:r>
            <a:r>
              <a:rPr lang="ko-KR" altLang="en-US" sz="1400" dirty="0"/>
              <a:t>}&gt;</a:t>
            </a:r>
          </a:p>
          <a:p>
            <a:r>
              <a:rPr lang="ko-KR" altLang="en-US" sz="1400" dirty="0"/>
              <a:t>                  {</a:t>
            </a:r>
            <a:r>
              <a:rPr lang="ko-KR" altLang="en-US" sz="1400" dirty="0" err="1"/>
              <a:t>item.name</a:t>
            </a:r>
            <a:r>
              <a:rPr lang="ko-KR" altLang="en-US" sz="1400" dirty="0"/>
              <a:t>}</a:t>
            </a:r>
          </a:p>
          <a:p>
            <a:r>
              <a:rPr lang="ko-KR" altLang="en-US" sz="1400" dirty="0"/>
              <a:t>                  {" "}</a:t>
            </a:r>
          </a:p>
          <a:p>
            <a:r>
              <a:rPr lang="ko-KR" altLang="en-US" sz="1400" dirty="0"/>
              <a:t>                  {</a:t>
            </a:r>
            <a:r>
              <a:rPr lang="ko-KR" altLang="en-US" sz="1400" dirty="0" err="1"/>
              <a:t>item.price.toLocaleString</a:t>
            </a:r>
            <a:r>
              <a:rPr lang="ko-KR" altLang="en-US" sz="1400" dirty="0"/>
              <a:t>("</a:t>
            </a:r>
            <a:r>
              <a:rPr lang="ko-KR" altLang="en-US" sz="1400" dirty="0" err="1"/>
              <a:t>ko</a:t>
            </a:r>
            <a:r>
              <a:rPr lang="ko-KR" altLang="en-US" sz="1400" dirty="0"/>
              <a:t>-KR")}원</a:t>
            </a:r>
          </a:p>
          <a:p>
            <a:r>
              <a:rPr lang="ko-KR" altLang="en-US" sz="1400" dirty="0"/>
              <a:t>                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      ))}</a:t>
            </a:r>
          </a:p>
          <a:p>
            <a:r>
              <a:rPr lang="ko-KR" altLang="en-US" sz="1400" dirty="0"/>
              <a:t>            &lt;/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10B92-8FDB-B46F-C0AE-5AB1A75B6557}"/>
              </a:ext>
            </a:extLst>
          </p:cNvPr>
          <p:cNvSpPr txBox="1"/>
          <p:nvPr/>
        </p:nvSpPr>
        <p:spPr>
          <a:xfrm>
            <a:off x="5884607" y="1295711"/>
            <a:ext cx="6096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)}</a:t>
            </a:r>
          </a:p>
          <a:p>
            <a:r>
              <a:rPr lang="ko-KR" altLang="en-US" sz="1400" dirty="0"/>
              <a:t>        &lt;/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&gt;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&lt;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className</a:t>
            </a:r>
            <a:r>
              <a:rPr lang="ko-KR" altLang="en-US" sz="1400" dirty="0"/>
              <a:t>="</a:t>
            </a:r>
            <a:r>
              <a:rPr lang="ko-KR" altLang="en-US" sz="1400" dirty="0" err="1"/>
              <a:t>panel</a:t>
            </a:r>
            <a:r>
              <a:rPr lang="ko-KR" altLang="en-US" sz="1400" dirty="0"/>
              <a:t>"&gt;</a:t>
            </a:r>
          </a:p>
          <a:p>
            <a:r>
              <a:rPr lang="ko-KR" altLang="en-US" sz="1400" dirty="0"/>
              <a:t>          &lt;h2&gt;주문 결과&lt;/h2&gt;</a:t>
            </a:r>
          </a:p>
          <a:p>
            <a:r>
              <a:rPr lang="ko-KR" altLang="en-US" sz="1400" dirty="0"/>
              <a:t>          &lt;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&gt;주문 후 결과를 확인하세요.&lt;/</a:t>
            </a:r>
            <a:r>
              <a:rPr lang="ko-KR" altLang="en-US" sz="1400" dirty="0" err="1"/>
              <a:t>p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  &lt;/</a:t>
            </a:r>
            <a:r>
              <a:rPr lang="ko-KR" altLang="en-US" sz="1400" dirty="0" err="1"/>
              <a:t>section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  &lt;/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  &lt;/</a:t>
            </a:r>
            <a:r>
              <a:rPr lang="ko-KR" altLang="en-US" sz="1400" dirty="0" err="1"/>
              <a:t>div</a:t>
            </a:r>
            <a:r>
              <a:rPr lang="ko-KR" altLang="en-US" sz="1400" dirty="0"/>
              <a:t>&gt;</a:t>
            </a:r>
          </a:p>
          <a:p>
            <a:r>
              <a:rPr lang="ko-KR" altLang="en-US" sz="1400" dirty="0"/>
              <a:t>  );</a:t>
            </a:r>
          </a:p>
          <a:p>
            <a:r>
              <a:rPr lang="ko-KR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8534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566971-1855-5EA6-4C7B-3981FB815F04}"/>
              </a:ext>
            </a:extLst>
          </p:cNvPr>
          <p:cNvSpPr txBox="1"/>
          <p:nvPr/>
        </p:nvSpPr>
        <p:spPr>
          <a:xfrm>
            <a:off x="639096" y="341190"/>
            <a:ext cx="110121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>
                <a:latin typeface="+mn-lt"/>
              </a:rPr>
              <a:t>App.css</a:t>
            </a:r>
            <a:r>
              <a:rPr lang="ko-KR" altLang="ko-KR" b="1" dirty="0"/>
              <a:t> 맨 아래에 다음 코드를 추가하세요.</a:t>
            </a:r>
            <a:endParaRPr lang="ko-KR" altLang="ko-KR" dirty="0"/>
          </a:p>
          <a:p>
            <a:pPr>
              <a:buNone/>
            </a:pPr>
            <a:r>
              <a:rPr lang="ko-KR" altLang="ko-KR" dirty="0"/>
              <a:t>화면에서 첫 번째 카드와 두 번째 카드의 높이가 어긋나 있어, 남아 있는 카드 위쪽 여백을 없애겠습니다.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menu-grid</a:t>
            </a:r>
            <a:r>
              <a:rPr lang="ko-KR" altLang="ko-KR" dirty="0">
                <a:latin typeface="+mn-lt"/>
              </a:rPr>
              <a:t> &gt; .</a:t>
            </a:r>
            <a:r>
              <a:rPr lang="ko-KR" altLang="ko-KR" dirty="0" err="1">
                <a:latin typeface="+mn-lt"/>
              </a:rPr>
              <a:t>menu-card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margin-top</a:t>
            </a:r>
            <a:r>
              <a:rPr lang="ko-KR" altLang="ko-KR" dirty="0">
                <a:latin typeface="+mn-lt"/>
              </a:rPr>
              <a:t>: 0;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>
              <a:buNone/>
            </a:pPr>
            <a:r>
              <a:rPr lang="ko-KR" altLang="ko-KR" b="1" dirty="0"/>
              <a:t>③ 저장한 뒤 다음 순서대로 눌러보세요.</a:t>
            </a:r>
            <a:endParaRPr lang="ko-KR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9D536F-757B-D0CE-B952-93B267DA6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60" y="2177532"/>
            <a:ext cx="6990740" cy="22961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AD325E-6100-4E30-73F0-FF252610B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037" y="2095516"/>
            <a:ext cx="4382849" cy="454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11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D8D63B-0D4D-3A01-2ECC-5BEED3EE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장바구니에서 </a:t>
            </a:r>
            <a:r>
              <a:rPr lang="ko-KR" altLang="ko-KR" b="1" dirty="0"/>
              <a:t>−, +, 삭제 버튼으로 직접 조절하는 기능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9EE5E-DDA5-94BD-5EB0-9AD9AF004F5F}"/>
              </a:ext>
            </a:extLst>
          </p:cNvPr>
          <p:cNvSpPr txBox="1"/>
          <p:nvPr/>
        </p:nvSpPr>
        <p:spPr>
          <a:xfrm>
            <a:off x="924232" y="1102512"/>
            <a:ext cx="8790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</a:t>
            </a:r>
            <a:r>
              <a:rPr lang="ko-KR" altLang="ko-KR" b="1" dirty="0" err="1">
                <a:latin typeface="+mn-lt"/>
              </a:rPr>
              <a:t>App.jsx</a:t>
            </a:r>
            <a:r>
              <a:rPr lang="ko-KR" altLang="ko-KR" b="1" dirty="0" err="1"/>
              <a:t>의</a:t>
            </a:r>
            <a:r>
              <a:rPr lang="ko-KR" altLang="ko-KR" b="1" dirty="0"/>
              <a:t> </a:t>
            </a:r>
            <a:r>
              <a:rPr lang="ko-KR" altLang="ko-KR" b="1" dirty="0" err="1">
                <a:latin typeface="+mn-lt"/>
              </a:rPr>
              <a:t>App</a:t>
            </a:r>
            <a:r>
              <a:rPr lang="ko-KR" altLang="ko-KR" b="1" dirty="0"/>
              <a:t> 함수 안에서, </a:t>
            </a:r>
            <a:r>
              <a:rPr lang="ko-KR" altLang="ko-KR" b="1" dirty="0" err="1">
                <a:latin typeface="+mn-lt"/>
              </a:rPr>
              <a:t>return</a:t>
            </a:r>
            <a:r>
              <a:rPr lang="ko-KR" altLang="ko-KR" b="1" dirty="0">
                <a:latin typeface="+mn-lt"/>
              </a:rPr>
              <a:t> (</a:t>
            </a:r>
            <a:r>
              <a:rPr lang="ko-KR" altLang="ko-KR" b="1" dirty="0"/>
              <a:t> 바로 위에 아래 함수 두 개를 추가하세요.</a:t>
            </a:r>
            <a:endParaRPr lang="ko-KR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A051F-BA86-9DAB-26FE-1D70FF08F113}"/>
              </a:ext>
            </a:extLst>
          </p:cNvPr>
          <p:cNvSpPr txBox="1"/>
          <p:nvPr/>
        </p:nvSpPr>
        <p:spPr>
          <a:xfrm>
            <a:off x="1494503" y="1694816"/>
            <a:ext cx="8219768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// 수량 변경: 0개가 되면 장바구니에서 제외</a:t>
            </a:r>
          </a:p>
          <a:p>
            <a:r>
              <a:rPr lang="ko-KR" altLang="en-US" sz="1600" dirty="0" err="1"/>
              <a:t>function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changeQuantity</a:t>
            </a:r>
            <a:r>
              <a:rPr lang="ko-KR" altLang="en-US" sz="1600" dirty="0"/>
              <a:t>(</a:t>
            </a:r>
            <a:r>
              <a:rPr lang="ko-KR" altLang="en-US" sz="1600" dirty="0" err="1"/>
              <a:t>id</a:t>
            </a:r>
            <a:r>
              <a:rPr lang="ko-KR" altLang="en-US" sz="1600" dirty="0"/>
              <a:t>, </a:t>
            </a:r>
            <a:r>
              <a:rPr lang="ko-KR" altLang="en-US" sz="1600" dirty="0" err="1"/>
              <a:t>amount</a:t>
            </a:r>
            <a:r>
              <a:rPr lang="ko-KR" altLang="en-US" sz="1600" dirty="0"/>
              <a:t>)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setCart</a:t>
            </a:r>
            <a:r>
              <a:rPr lang="ko-KR" altLang="en-US" sz="1600" dirty="0"/>
              <a:t>((</a:t>
            </a:r>
            <a:r>
              <a:rPr lang="ko-KR" altLang="en-US" sz="1600" dirty="0" err="1"/>
              <a:t>previous</a:t>
            </a:r>
            <a:r>
              <a:rPr lang="ko-KR" altLang="en-US" sz="1600" dirty="0"/>
              <a:t>) =&gt;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previous</a:t>
            </a:r>
            <a:endParaRPr lang="ko-KR" altLang="en-US" sz="1600" dirty="0"/>
          </a:p>
          <a:p>
            <a:r>
              <a:rPr lang="ko-KR" altLang="en-US" sz="1600" dirty="0"/>
              <a:t>      .</a:t>
            </a:r>
            <a:r>
              <a:rPr lang="ko-KR" altLang="en-US" sz="1600" dirty="0" err="1"/>
              <a:t>map</a:t>
            </a:r>
            <a:r>
              <a:rPr lang="ko-KR" altLang="en-US" sz="1600" dirty="0"/>
              <a:t>((</a:t>
            </a:r>
            <a:r>
              <a:rPr lang="ko-KR" altLang="en-US" sz="1600" dirty="0" err="1"/>
              <a:t>item</a:t>
            </a:r>
            <a:r>
              <a:rPr lang="ko-KR" altLang="en-US" sz="1600" dirty="0"/>
              <a:t>) =&gt;</a:t>
            </a:r>
          </a:p>
          <a:p>
            <a:r>
              <a:rPr lang="ko-KR" altLang="en-US" sz="1600" dirty="0"/>
              <a:t>        item.id === </a:t>
            </a:r>
            <a:r>
              <a:rPr lang="ko-KR" altLang="en-US" sz="1600" dirty="0" err="1"/>
              <a:t>id</a:t>
            </a:r>
            <a:endParaRPr lang="ko-KR" altLang="en-US" sz="1600" dirty="0"/>
          </a:p>
          <a:p>
            <a:r>
              <a:rPr lang="ko-KR" altLang="en-US" sz="1600" dirty="0"/>
              <a:t>          ? { ...</a:t>
            </a:r>
            <a:r>
              <a:rPr lang="ko-KR" altLang="en-US" sz="1600" dirty="0" err="1"/>
              <a:t>item</a:t>
            </a:r>
            <a:r>
              <a:rPr lang="ko-KR" altLang="en-US" sz="1600" dirty="0"/>
              <a:t>, </a:t>
            </a:r>
            <a:r>
              <a:rPr lang="ko-KR" altLang="en-US" sz="1600" dirty="0" err="1"/>
              <a:t>quantity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item.quantity</a:t>
            </a:r>
            <a:r>
              <a:rPr lang="ko-KR" altLang="en-US" sz="1600" dirty="0"/>
              <a:t> + </a:t>
            </a:r>
            <a:r>
              <a:rPr lang="ko-KR" altLang="en-US" sz="1600" dirty="0" err="1"/>
              <a:t>amount</a:t>
            </a:r>
            <a:r>
              <a:rPr lang="ko-KR" altLang="en-US" sz="1600" dirty="0"/>
              <a:t> }</a:t>
            </a:r>
          </a:p>
          <a:p>
            <a:r>
              <a:rPr lang="ko-KR" altLang="en-US" sz="1600" dirty="0"/>
              <a:t>          : </a:t>
            </a:r>
            <a:r>
              <a:rPr lang="ko-KR" altLang="en-US" sz="1600" dirty="0" err="1"/>
              <a:t>item</a:t>
            </a:r>
            <a:endParaRPr lang="ko-KR" altLang="en-US" sz="1600" dirty="0"/>
          </a:p>
          <a:p>
            <a:r>
              <a:rPr lang="ko-KR" altLang="en-US" sz="1600" dirty="0"/>
              <a:t>      )</a:t>
            </a:r>
          </a:p>
          <a:p>
            <a:r>
              <a:rPr lang="ko-KR" altLang="en-US" sz="1600" dirty="0"/>
              <a:t>      .</a:t>
            </a:r>
            <a:r>
              <a:rPr lang="ko-KR" altLang="en-US" sz="1600" dirty="0" err="1"/>
              <a:t>filter</a:t>
            </a:r>
            <a:r>
              <a:rPr lang="ko-KR" altLang="en-US" sz="1600" dirty="0"/>
              <a:t>((</a:t>
            </a:r>
            <a:r>
              <a:rPr lang="ko-KR" altLang="en-US" sz="1600" dirty="0" err="1"/>
              <a:t>item</a:t>
            </a:r>
            <a:r>
              <a:rPr lang="ko-KR" altLang="en-US" sz="1600" dirty="0"/>
              <a:t>) =&gt; </a:t>
            </a:r>
            <a:r>
              <a:rPr lang="ko-KR" altLang="en-US" sz="1600" dirty="0" err="1"/>
              <a:t>item.quantity</a:t>
            </a:r>
            <a:r>
              <a:rPr lang="ko-KR" altLang="en-US" sz="1600" dirty="0"/>
              <a:t> &gt; 0)</a:t>
            </a:r>
          </a:p>
          <a:p>
            <a:r>
              <a:rPr lang="ko-KR" altLang="en-US" sz="1600" dirty="0"/>
              <a:t>  );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// 선택한 메뉴 삭제</a:t>
            </a:r>
          </a:p>
          <a:p>
            <a:r>
              <a:rPr lang="ko-KR" altLang="en-US" sz="1600" dirty="0" err="1"/>
              <a:t>function</a:t>
            </a:r>
            <a:r>
              <a:rPr lang="ko-KR" altLang="en-US" sz="1600" dirty="0"/>
              <a:t> </a:t>
            </a:r>
            <a:r>
              <a:rPr lang="ko-KR" altLang="en-US" sz="1600" dirty="0" err="1"/>
              <a:t>removeFromCart</a:t>
            </a:r>
            <a:r>
              <a:rPr lang="ko-KR" altLang="en-US" sz="1600" dirty="0"/>
              <a:t>(</a:t>
            </a:r>
            <a:r>
              <a:rPr lang="ko-KR" altLang="en-US" sz="1600" dirty="0" err="1"/>
              <a:t>id</a:t>
            </a:r>
            <a:r>
              <a:rPr lang="ko-KR" altLang="en-US" sz="1600" dirty="0"/>
              <a:t>)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setCart</a:t>
            </a:r>
            <a:r>
              <a:rPr lang="ko-KR" altLang="en-US" sz="1600" dirty="0"/>
              <a:t>((</a:t>
            </a:r>
            <a:r>
              <a:rPr lang="ko-KR" altLang="en-US" sz="1600" dirty="0" err="1"/>
              <a:t>previous</a:t>
            </a:r>
            <a:r>
              <a:rPr lang="ko-KR" altLang="en-US" sz="1600" dirty="0"/>
              <a:t>) =&gt;</a:t>
            </a:r>
          </a:p>
          <a:p>
            <a:r>
              <a:rPr lang="ko-KR" altLang="en-US" sz="1600" dirty="0"/>
              <a:t>    </a:t>
            </a:r>
            <a:r>
              <a:rPr lang="ko-KR" altLang="en-US" sz="1600" dirty="0" err="1"/>
              <a:t>previous.filter</a:t>
            </a:r>
            <a:r>
              <a:rPr lang="ko-KR" altLang="en-US" sz="1600" dirty="0"/>
              <a:t>((</a:t>
            </a:r>
            <a:r>
              <a:rPr lang="ko-KR" altLang="en-US" sz="1600" dirty="0" err="1"/>
              <a:t>item</a:t>
            </a:r>
            <a:r>
              <a:rPr lang="ko-KR" altLang="en-US" sz="1600" dirty="0"/>
              <a:t>) =&gt; item.id !== </a:t>
            </a:r>
            <a:r>
              <a:rPr lang="ko-KR" altLang="en-US" sz="1600" dirty="0" err="1"/>
              <a:t>id</a:t>
            </a:r>
            <a:r>
              <a:rPr lang="ko-KR" altLang="en-US" sz="1600" dirty="0"/>
              <a:t>)</a:t>
            </a:r>
          </a:p>
          <a:p>
            <a:r>
              <a:rPr lang="ko-KR" altLang="en-US" sz="1600" dirty="0"/>
              <a:t>  );</a:t>
            </a:r>
          </a:p>
          <a:p>
            <a:r>
              <a:rPr lang="ko-KR" altLang="en-US" sz="1600" dirty="0"/>
              <a:t>}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A19563-6AAE-06F7-B32A-FCF9AF280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200" y="2964495"/>
            <a:ext cx="4324141" cy="35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21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BA94A2-326E-0B87-E6D4-FCD1E9A2A005}"/>
              </a:ext>
            </a:extLst>
          </p:cNvPr>
          <p:cNvSpPr txBox="1"/>
          <p:nvPr/>
        </p:nvSpPr>
        <p:spPr>
          <a:xfrm>
            <a:off x="629264" y="493925"/>
            <a:ext cx="104910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② 장바구니의 </a:t>
            </a:r>
            <a:r>
              <a:rPr lang="ko-KR" altLang="ko-KR" b="1" dirty="0">
                <a:latin typeface="+mn-lt"/>
              </a:rPr>
              <a:t>{</a:t>
            </a:r>
            <a:r>
              <a:rPr lang="ko-KR" altLang="ko-KR" b="1" dirty="0" err="1">
                <a:latin typeface="+mn-lt"/>
              </a:rPr>
              <a:t>cart.map</a:t>
            </a:r>
            <a:r>
              <a:rPr lang="ko-KR" altLang="ko-KR" b="1" dirty="0">
                <a:latin typeface="+mn-lt"/>
              </a:rPr>
              <a:t>(...)}</a:t>
            </a:r>
            <a:r>
              <a:rPr lang="ko-KR" altLang="ko-KR" b="1" dirty="0"/>
              <a:t> 부분 전체를 아래 코드로 교체하세요.</a:t>
            </a:r>
            <a:endParaRPr lang="ko-KR" altLang="ko-KR" dirty="0"/>
          </a:p>
          <a:p>
            <a:pPr>
              <a:buNone/>
            </a:pPr>
            <a:r>
              <a:rPr lang="ko-KR" altLang="ko-KR" dirty="0"/>
              <a:t>바깥의 </a:t>
            </a:r>
            <a:r>
              <a:rPr lang="ko-KR" altLang="ko-KR" dirty="0" err="1">
                <a:latin typeface="+mn-lt"/>
              </a:rPr>
              <a:t>cart.length</a:t>
            </a:r>
            <a:r>
              <a:rPr lang="ko-KR" altLang="ko-KR" dirty="0">
                <a:latin typeface="+mn-lt"/>
              </a:rPr>
              <a:t> === 0</a:t>
            </a:r>
            <a:r>
              <a:rPr lang="ko-KR" altLang="ko-KR" dirty="0"/>
              <a:t> 조건문은 유지하세요.</a:t>
            </a:r>
            <a:endParaRPr lang="en-US" altLang="ko-KR" dirty="0"/>
          </a:p>
          <a:p>
            <a:pPr>
              <a:buNone/>
            </a:pP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{</a:t>
            </a:r>
            <a:r>
              <a:rPr lang="ko-KR" altLang="ko-KR" dirty="0" err="1">
                <a:latin typeface="+mn-lt"/>
              </a:rPr>
              <a:t>cart.map</a:t>
            </a:r>
            <a:r>
              <a:rPr lang="ko-KR" altLang="ko-KR" dirty="0">
                <a:latin typeface="+mn-lt"/>
              </a:rPr>
              <a:t>((</a:t>
            </a:r>
            <a:r>
              <a:rPr lang="ko-KR" altLang="ko-KR" dirty="0" err="1">
                <a:latin typeface="+mn-lt"/>
              </a:rPr>
              <a:t>item</a:t>
            </a:r>
            <a:r>
              <a:rPr lang="ko-KR" altLang="ko-KR" dirty="0">
                <a:latin typeface="+mn-lt"/>
              </a:rPr>
              <a:t>) =&gt; (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</a:t>
            </a:r>
            <a:r>
              <a:rPr lang="ko-KR" altLang="ko-KR" dirty="0" err="1">
                <a:latin typeface="+mn-lt"/>
              </a:rPr>
              <a:t>div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key</a:t>
            </a:r>
            <a:r>
              <a:rPr lang="ko-KR" altLang="ko-KR" dirty="0">
                <a:latin typeface="+mn-lt"/>
              </a:rPr>
              <a:t>={</a:t>
            </a:r>
            <a:r>
              <a:rPr lang="ko-KR" altLang="ko-KR" dirty="0" err="1">
                <a:latin typeface="+mn-lt"/>
              </a:rPr>
              <a:t>item.id</a:t>
            </a:r>
            <a:r>
              <a:rPr lang="ko-KR" altLang="ko-KR" dirty="0">
                <a:latin typeface="+mn-lt"/>
              </a:rPr>
              <a:t>} </a:t>
            </a:r>
            <a:r>
              <a:rPr lang="ko-KR" altLang="ko-KR" dirty="0" err="1">
                <a:latin typeface="+mn-lt"/>
              </a:rPr>
              <a:t>className</a:t>
            </a:r>
            <a:r>
              <a:rPr lang="ko-KR" altLang="ko-KR" dirty="0">
                <a:latin typeface="+mn-lt"/>
              </a:rPr>
              <a:t>="</a:t>
            </a:r>
            <a:r>
              <a:rPr lang="ko-KR" altLang="ko-KR" dirty="0" err="1">
                <a:latin typeface="+mn-lt"/>
              </a:rPr>
              <a:t>cart-item</a:t>
            </a:r>
            <a:r>
              <a:rPr lang="ko-KR" altLang="ko-KR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&lt;h3&gt;{</a:t>
            </a:r>
            <a:r>
              <a:rPr lang="ko-KR" altLang="ko-KR" dirty="0" err="1">
                <a:latin typeface="+mn-lt"/>
              </a:rPr>
              <a:t>item.name</a:t>
            </a:r>
            <a:r>
              <a:rPr lang="ko-KR" altLang="ko-KR" dirty="0">
                <a:latin typeface="+mn-lt"/>
              </a:rPr>
              <a:t>}&lt;/h3&gt;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&lt;</a:t>
            </a:r>
            <a:r>
              <a:rPr lang="ko-KR" altLang="ko-KR" dirty="0" err="1">
                <a:latin typeface="+mn-lt"/>
              </a:rPr>
              <a:t>div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className</a:t>
            </a:r>
            <a:r>
              <a:rPr lang="ko-KR" altLang="ko-KR" dirty="0">
                <a:latin typeface="+mn-lt"/>
              </a:rPr>
              <a:t>="</a:t>
            </a:r>
            <a:r>
              <a:rPr lang="ko-KR" altLang="ko-KR" dirty="0" err="1">
                <a:latin typeface="+mn-lt"/>
              </a:rPr>
              <a:t>quantity-controls</a:t>
            </a:r>
            <a:r>
              <a:rPr lang="ko-KR" altLang="ko-KR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onClick</a:t>
            </a:r>
            <a:r>
              <a:rPr lang="ko-KR" altLang="ko-KR" dirty="0">
                <a:latin typeface="+mn-lt"/>
              </a:rPr>
              <a:t>={() =&gt; </a:t>
            </a:r>
            <a:r>
              <a:rPr lang="ko-KR" altLang="ko-KR" dirty="0" err="1">
                <a:latin typeface="+mn-lt"/>
              </a:rPr>
              <a:t>changeQuantity</a:t>
            </a:r>
            <a:r>
              <a:rPr lang="ko-KR" altLang="ko-KR" dirty="0">
                <a:latin typeface="+mn-lt"/>
              </a:rPr>
              <a:t>(</a:t>
            </a:r>
            <a:r>
              <a:rPr lang="ko-KR" altLang="ko-KR" dirty="0" err="1">
                <a:latin typeface="+mn-lt"/>
              </a:rPr>
              <a:t>item.id</a:t>
            </a:r>
            <a:r>
              <a:rPr lang="ko-KR" altLang="ko-KR" dirty="0">
                <a:latin typeface="+mn-lt"/>
              </a:rPr>
              <a:t>, -1)}&gt;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  −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&lt;/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</a:t>
            </a:r>
            <a:r>
              <a:rPr lang="ko-KR" altLang="ko-KR" dirty="0" err="1">
                <a:latin typeface="+mn-lt"/>
              </a:rPr>
              <a:t>span</a:t>
            </a:r>
            <a:r>
              <a:rPr lang="ko-KR" altLang="ko-KR" dirty="0">
                <a:latin typeface="+mn-lt"/>
              </a:rPr>
              <a:t>&gt;{</a:t>
            </a:r>
            <a:r>
              <a:rPr lang="ko-KR" altLang="ko-KR" dirty="0" err="1">
                <a:latin typeface="+mn-lt"/>
              </a:rPr>
              <a:t>item.quantity</a:t>
            </a:r>
            <a:r>
              <a:rPr lang="ko-KR" altLang="ko-KR" dirty="0">
                <a:latin typeface="+mn-lt"/>
              </a:rPr>
              <a:t>}개&lt;/</a:t>
            </a:r>
            <a:r>
              <a:rPr lang="ko-KR" altLang="ko-KR" dirty="0" err="1">
                <a:latin typeface="+mn-lt"/>
              </a:rPr>
              <a:t>span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onClick</a:t>
            </a:r>
            <a:r>
              <a:rPr lang="ko-KR" altLang="ko-KR" dirty="0">
                <a:latin typeface="+mn-lt"/>
              </a:rPr>
              <a:t>={() =&gt; </a:t>
            </a:r>
            <a:r>
              <a:rPr lang="ko-KR" altLang="ko-KR" dirty="0" err="1">
                <a:latin typeface="+mn-lt"/>
              </a:rPr>
              <a:t>changeQuantity</a:t>
            </a:r>
            <a:r>
              <a:rPr lang="ko-KR" altLang="ko-KR" dirty="0">
                <a:latin typeface="+mn-lt"/>
              </a:rPr>
              <a:t>(</a:t>
            </a:r>
            <a:r>
              <a:rPr lang="ko-KR" altLang="ko-KR" dirty="0" err="1">
                <a:latin typeface="+mn-lt"/>
              </a:rPr>
              <a:t>item.id</a:t>
            </a:r>
            <a:r>
              <a:rPr lang="ko-KR" altLang="ko-KR" dirty="0">
                <a:latin typeface="+mn-lt"/>
              </a:rPr>
              <a:t>, 1)}&gt;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  +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&lt;/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onClick</a:t>
            </a:r>
            <a:r>
              <a:rPr lang="ko-KR" altLang="ko-KR" dirty="0">
                <a:latin typeface="+mn-lt"/>
              </a:rPr>
              <a:t>={() =&gt; </a:t>
            </a:r>
            <a:r>
              <a:rPr lang="ko-KR" altLang="ko-KR" dirty="0" err="1">
                <a:latin typeface="+mn-lt"/>
              </a:rPr>
              <a:t>removeFromCart</a:t>
            </a:r>
            <a:r>
              <a:rPr lang="ko-KR" altLang="ko-KR" dirty="0">
                <a:latin typeface="+mn-lt"/>
              </a:rPr>
              <a:t>(</a:t>
            </a:r>
            <a:r>
              <a:rPr lang="ko-KR" altLang="ko-KR" dirty="0" err="1">
                <a:latin typeface="+mn-lt"/>
              </a:rPr>
              <a:t>item.id</a:t>
            </a:r>
            <a:r>
              <a:rPr lang="ko-KR" altLang="ko-KR" dirty="0">
                <a:latin typeface="+mn-lt"/>
              </a:rPr>
              <a:t>)}&gt;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  삭제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  &lt;/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&gt;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643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A7C0CB-9B2C-E9A4-1966-98D1418A6C6C}"/>
              </a:ext>
            </a:extLst>
          </p:cNvPr>
          <p:cNvSpPr txBox="1"/>
          <p:nvPr/>
        </p:nvSpPr>
        <p:spPr>
          <a:xfrm>
            <a:off x="737419" y="410522"/>
            <a:ext cx="765932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③ </a:t>
            </a:r>
            <a:r>
              <a:rPr lang="ko-KR" altLang="ko-KR" b="1" dirty="0">
                <a:latin typeface="+mn-lt"/>
              </a:rPr>
              <a:t>App.css</a:t>
            </a:r>
            <a:r>
              <a:rPr lang="ko-KR" altLang="ko-KR" b="1" dirty="0"/>
              <a:t> 맨 아래에 추가하세요.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quantity-controls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display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flex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justify-content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center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align-items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center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gap</a:t>
            </a:r>
            <a:r>
              <a:rPr lang="ko-KR" altLang="ko-KR" dirty="0">
                <a:latin typeface="+mn-lt"/>
              </a:rPr>
              <a:t>: 10px;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flex-wrap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wrap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quantity-controls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button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padding</a:t>
            </a:r>
            <a:r>
              <a:rPr lang="ko-KR" altLang="ko-KR" dirty="0">
                <a:latin typeface="+mn-lt"/>
              </a:rPr>
              <a:t>: 6px 12px;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background</a:t>
            </a:r>
            <a:r>
              <a:rPr lang="ko-KR" altLang="ko-KR" dirty="0">
                <a:latin typeface="+mn-lt"/>
              </a:rPr>
              <a:t>: #edf3f4;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color</a:t>
            </a:r>
            <a:r>
              <a:rPr lang="ko-KR" altLang="ko-KR" dirty="0">
                <a:latin typeface="+mn-lt"/>
              </a:rPr>
              <a:t>: #163043;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</a:t>
            </a:r>
            <a:r>
              <a:rPr lang="ko-KR" altLang="ko-KR" dirty="0">
                <a:latin typeface="+mn-lt"/>
              </a:rPr>
              <a:t>: 1px </a:t>
            </a:r>
            <a:r>
              <a:rPr lang="ko-KR" altLang="ko-KR" dirty="0" err="1">
                <a:latin typeface="+mn-lt"/>
              </a:rPr>
              <a:t>solid</a:t>
            </a:r>
            <a:r>
              <a:rPr lang="ko-KR" altLang="ko-KR" dirty="0">
                <a:latin typeface="+mn-lt"/>
              </a:rPr>
              <a:t> #ccd4d6;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border-radius</a:t>
            </a:r>
            <a:r>
              <a:rPr lang="ko-KR" altLang="ko-KR" dirty="0">
                <a:latin typeface="+mn-lt"/>
              </a:rPr>
              <a:t>: 6px;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cursor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pointer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>
              <a:buNone/>
            </a:pPr>
            <a:r>
              <a:rPr lang="ko-KR" altLang="ko-KR" b="1" dirty="0"/>
              <a:t>저장한 뒤 아래 동작을 확인하세요.</a:t>
            </a:r>
            <a:endParaRPr lang="ko-KR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AEFA2F-71B4-5C43-E612-25BEAEE75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739" y="4229077"/>
            <a:ext cx="5728900" cy="25195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0E6169-7230-DBD4-B45C-3FB90543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417" y="238474"/>
            <a:ext cx="4324141" cy="352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69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F9622-1C0C-9F94-BBE7-5A87090B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/>
              <a:t>장바구니 전체 금액</a:t>
            </a:r>
            <a:r>
              <a:rPr lang="ko-KR" altLang="ko-KR" dirty="0"/>
              <a:t>을 계산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723FB-9BB9-72EF-FAF2-A1BC6566C30D}"/>
              </a:ext>
            </a:extLst>
          </p:cNvPr>
          <p:cNvSpPr txBox="1"/>
          <p:nvPr/>
        </p:nvSpPr>
        <p:spPr>
          <a:xfrm>
            <a:off x="838200" y="1122683"/>
            <a:ext cx="956678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</a:t>
            </a:r>
            <a:r>
              <a:rPr lang="ko-KR" altLang="ko-KR" b="1" dirty="0" err="1">
                <a:latin typeface="+mn-lt"/>
              </a:rPr>
              <a:t>App.jsx</a:t>
            </a:r>
            <a:r>
              <a:rPr lang="ko-KR" altLang="ko-KR" b="1" dirty="0"/>
              <a:t> 맨 위의 </a:t>
            </a:r>
            <a:r>
              <a:rPr lang="ko-KR" altLang="ko-KR" b="1" dirty="0" err="1"/>
              <a:t>import를</a:t>
            </a:r>
            <a:r>
              <a:rPr lang="ko-KR" altLang="ko-KR" b="1" dirty="0"/>
              <a:t> 바꾸세요.</a:t>
            </a:r>
            <a:endParaRPr lang="en-US" altLang="ko-KR" b="1" dirty="0"/>
          </a:p>
          <a:p>
            <a:pPr>
              <a:buNone/>
            </a:pPr>
            <a:endParaRPr lang="ko-KR" altLang="ko-KR" dirty="0"/>
          </a:p>
          <a:p>
            <a:r>
              <a:rPr lang="ko-KR" altLang="ko-KR" dirty="0" err="1"/>
              <a:t>import</a:t>
            </a:r>
            <a:r>
              <a:rPr lang="ko-KR" altLang="ko-KR" dirty="0"/>
              <a:t> { </a:t>
            </a:r>
            <a:r>
              <a:rPr lang="ko-KR" altLang="ko-KR" dirty="0" err="1"/>
              <a:t>useState</a:t>
            </a:r>
            <a:r>
              <a:rPr lang="ko-KR" altLang="ko-KR" dirty="0"/>
              <a:t>, </a:t>
            </a:r>
            <a:r>
              <a:rPr lang="ko-KR" altLang="ko-KR" dirty="0" err="1"/>
              <a:t>useMemo</a:t>
            </a:r>
            <a:r>
              <a:rPr lang="ko-KR" altLang="ko-KR" dirty="0"/>
              <a:t> } </a:t>
            </a:r>
            <a:r>
              <a:rPr lang="ko-KR" altLang="ko-KR" dirty="0" err="1"/>
              <a:t>from</a:t>
            </a:r>
            <a:r>
              <a:rPr lang="ko-KR" altLang="ko-KR" dirty="0"/>
              <a:t> "</a:t>
            </a:r>
            <a:r>
              <a:rPr lang="ko-KR" altLang="ko-KR" dirty="0" err="1"/>
              <a:t>react</a:t>
            </a:r>
            <a:r>
              <a:rPr lang="ko-KR" altLang="ko-KR" dirty="0"/>
              <a:t>";</a:t>
            </a:r>
          </a:p>
          <a:p>
            <a:r>
              <a:rPr lang="ko-KR" altLang="ko-KR" dirty="0" err="1"/>
              <a:t>import</a:t>
            </a:r>
            <a:r>
              <a:rPr lang="ko-KR" altLang="ko-KR" dirty="0"/>
              <a:t> "./</a:t>
            </a:r>
            <a:r>
              <a:rPr lang="ko-KR" altLang="ko-KR" dirty="0" err="1"/>
              <a:t>App.css</a:t>
            </a:r>
            <a:r>
              <a:rPr lang="ko-KR" altLang="ko-KR" dirty="0"/>
              <a:t>";</a:t>
            </a:r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ko-KR" altLang="ko-KR" dirty="0"/>
          </a:p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 err="1">
                <a:latin typeface="+mn-lt"/>
              </a:rPr>
              <a:t>App</a:t>
            </a:r>
            <a:r>
              <a:rPr lang="ko-KR" altLang="ko-KR" b="1" dirty="0"/>
              <a:t> 함수 안에서 아래 상태 선언을 찾으세요.</a:t>
            </a:r>
            <a:endParaRPr lang="en-US" altLang="ko-KR" b="1" dirty="0"/>
          </a:p>
          <a:p>
            <a:pPr>
              <a:buNone/>
            </a:pPr>
            <a:endParaRPr lang="ko-KR" altLang="ko-KR" dirty="0"/>
          </a:p>
          <a:p>
            <a:pPr rtl="0">
              <a:buNone/>
            </a:pPr>
            <a:r>
              <a:rPr lang="ko-KR" altLang="ko-KR" dirty="0" err="1">
                <a:latin typeface="+mn-lt"/>
              </a:rPr>
              <a:t>const</a:t>
            </a:r>
            <a:r>
              <a:rPr lang="ko-KR" altLang="ko-KR" dirty="0">
                <a:latin typeface="+mn-lt"/>
              </a:rPr>
              <a:t> [</a:t>
            </a:r>
            <a:r>
              <a:rPr lang="ko-KR" altLang="ko-KR" dirty="0" err="1">
                <a:latin typeface="+mn-lt"/>
              </a:rPr>
              <a:t>cart</a:t>
            </a:r>
            <a:r>
              <a:rPr lang="ko-KR" altLang="ko-KR" dirty="0">
                <a:latin typeface="+mn-lt"/>
              </a:rPr>
              <a:t>, </a:t>
            </a:r>
            <a:r>
              <a:rPr lang="ko-KR" altLang="ko-KR" dirty="0" err="1">
                <a:latin typeface="+mn-lt"/>
              </a:rPr>
              <a:t>setCart</a:t>
            </a:r>
            <a:r>
              <a:rPr lang="ko-KR" altLang="ko-KR" dirty="0">
                <a:latin typeface="+mn-lt"/>
              </a:rPr>
              <a:t>] = </a:t>
            </a:r>
            <a:r>
              <a:rPr lang="ko-KR" altLang="ko-KR" dirty="0" err="1">
                <a:latin typeface="+mn-lt"/>
              </a:rPr>
              <a:t>useState</a:t>
            </a:r>
            <a:r>
              <a:rPr lang="ko-KR" altLang="ko-KR" dirty="0">
                <a:latin typeface="+mn-lt"/>
              </a:rPr>
              <a:t>([]);</a:t>
            </a:r>
            <a:endParaRPr lang="en-US" altLang="ko-KR" dirty="0">
              <a:latin typeface="+mn-lt"/>
            </a:endParaRP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>
              <a:buNone/>
            </a:pPr>
            <a:r>
              <a:rPr lang="ko-KR" altLang="ko-KR" b="1" dirty="0"/>
              <a:t>그 바로 아래에 추가하세요.</a:t>
            </a:r>
            <a:endParaRPr lang="en-US" altLang="ko-KR" b="1" dirty="0"/>
          </a:p>
          <a:p>
            <a:pPr>
              <a:buNone/>
            </a:pPr>
            <a:endParaRPr lang="ko-KR" altLang="ko-KR" dirty="0"/>
          </a:p>
          <a:p>
            <a:pPr rtl="0">
              <a:buNone/>
            </a:pPr>
            <a:r>
              <a:rPr lang="ko-KR" altLang="ko-KR" dirty="0" err="1">
                <a:latin typeface="+mn-lt"/>
              </a:rPr>
              <a:t>const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totalPrice</a:t>
            </a:r>
            <a:r>
              <a:rPr lang="ko-KR" altLang="ko-KR" dirty="0">
                <a:latin typeface="+mn-lt"/>
              </a:rPr>
              <a:t> = </a:t>
            </a:r>
            <a:r>
              <a:rPr lang="ko-KR" altLang="ko-KR" dirty="0" err="1">
                <a:latin typeface="+mn-lt"/>
              </a:rPr>
              <a:t>useMemo</a:t>
            </a:r>
            <a:r>
              <a:rPr lang="ko-KR" altLang="ko-KR" dirty="0">
                <a:latin typeface="+mn-lt"/>
              </a:rPr>
              <a:t>(() =&gt;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return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cart.reduce</a:t>
            </a:r>
            <a:r>
              <a:rPr lang="ko-KR" altLang="ko-KR" dirty="0">
                <a:latin typeface="+mn-lt"/>
              </a:rPr>
              <a:t>(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(</a:t>
            </a:r>
            <a:r>
              <a:rPr lang="ko-KR" altLang="ko-KR" dirty="0" err="1">
                <a:latin typeface="+mn-lt"/>
              </a:rPr>
              <a:t>sum</a:t>
            </a:r>
            <a:r>
              <a:rPr lang="ko-KR" altLang="ko-KR" dirty="0">
                <a:latin typeface="+mn-lt"/>
              </a:rPr>
              <a:t>, </a:t>
            </a:r>
            <a:r>
              <a:rPr lang="ko-KR" altLang="ko-KR" dirty="0" err="1">
                <a:latin typeface="+mn-lt"/>
              </a:rPr>
              <a:t>item</a:t>
            </a:r>
            <a:r>
              <a:rPr lang="ko-KR" altLang="ko-KR" dirty="0">
                <a:latin typeface="+mn-lt"/>
              </a:rPr>
              <a:t>) =&gt; </a:t>
            </a:r>
            <a:r>
              <a:rPr lang="ko-KR" altLang="ko-KR" dirty="0" err="1">
                <a:latin typeface="+mn-lt"/>
              </a:rPr>
              <a:t>sum</a:t>
            </a:r>
            <a:r>
              <a:rPr lang="ko-KR" altLang="ko-KR" dirty="0">
                <a:latin typeface="+mn-lt"/>
              </a:rPr>
              <a:t> + </a:t>
            </a:r>
            <a:r>
              <a:rPr lang="ko-KR" altLang="ko-KR" dirty="0" err="1">
                <a:latin typeface="+mn-lt"/>
              </a:rPr>
              <a:t>item.price</a:t>
            </a:r>
            <a:r>
              <a:rPr lang="ko-KR" altLang="ko-KR" dirty="0">
                <a:latin typeface="+mn-lt"/>
              </a:rPr>
              <a:t> * </a:t>
            </a:r>
            <a:r>
              <a:rPr lang="ko-KR" altLang="ko-KR" dirty="0" err="1">
                <a:latin typeface="+mn-lt"/>
              </a:rPr>
              <a:t>item.quantity</a:t>
            </a:r>
            <a:r>
              <a:rPr lang="ko-KR" altLang="ko-KR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0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}, [</a:t>
            </a:r>
            <a:r>
              <a:rPr lang="ko-KR" altLang="ko-KR" dirty="0" err="1">
                <a:latin typeface="+mn-lt"/>
              </a:rPr>
              <a:t>cart</a:t>
            </a:r>
            <a:r>
              <a:rPr lang="ko-KR" altLang="ko-KR" dirty="0">
                <a:latin typeface="+mn-lt"/>
              </a:rPr>
              <a:t>]);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183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8A1050-56D4-2299-3A00-CC3AC79BC1BD}"/>
              </a:ext>
            </a:extLst>
          </p:cNvPr>
          <p:cNvSpPr txBox="1"/>
          <p:nvPr/>
        </p:nvSpPr>
        <p:spPr>
          <a:xfrm>
            <a:off x="993058" y="181957"/>
            <a:ext cx="909483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b="1" dirty="0"/>
              <a:t>③ 장바구니 제목을 찾으세요.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&lt;h2&gt;장바구니&lt;/h2&gt;</a:t>
            </a:r>
            <a:endParaRPr lang="en-US" altLang="ko-KR" sz="1600" dirty="0">
              <a:latin typeface="+mn-lt"/>
            </a:endParaRP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>
              <a:buNone/>
            </a:pPr>
            <a:r>
              <a:rPr lang="ko-KR" altLang="ko-KR" sz="1600" b="1" dirty="0"/>
              <a:t>그 바로 아래에 추가하세요.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</a:t>
            </a:r>
            <a:r>
              <a:rPr lang="ko-KR" altLang="ko-KR" sz="1600" dirty="0" err="1">
                <a:latin typeface="+mn-lt"/>
              </a:rPr>
              <a:t>div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className</a:t>
            </a:r>
            <a:r>
              <a:rPr lang="ko-KR" altLang="ko-KR" sz="1600" dirty="0">
                <a:latin typeface="+mn-lt"/>
              </a:rPr>
              <a:t>="</a:t>
            </a:r>
            <a:r>
              <a:rPr lang="ko-KR" altLang="ko-KR" sz="1600" dirty="0" err="1">
                <a:latin typeface="+mn-lt"/>
              </a:rPr>
              <a:t>cart-total</a:t>
            </a:r>
            <a:r>
              <a:rPr lang="ko-KR" altLang="ko-KR" sz="16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총 주문 금액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&lt;</a:t>
            </a:r>
            <a:r>
              <a:rPr lang="ko-KR" altLang="ko-KR" sz="1600" dirty="0" err="1">
                <a:latin typeface="+mn-lt"/>
              </a:rPr>
              <a:t>strong</a:t>
            </a:r>
            <a:r>
              <a:rPr lang="ko-KR" altLang="ko-KR" sz="1600" dirty="0">
                <a:latin typeface="+mn-lt"/>
              </a:rPr>
              <a:t>&gt;{</a:t>
            </a:r>
            <a:r>
              <a:rPr lang="ko-KR" altLang="ko-KR" sz="1600" dirty="0" err="1">
                <a:latin typeface="+mn-lt"/>
              </a:rPr>
              <a:t>totalPrice.toLocaleString</a:t>
            </a:r>
            <a:r>
              <a:rPr lang="ko-KR" altLang="ko-KR" sz="1600" dirty="0">
                <a:latin typeface="+mn-lt"/>
              </a:rPr>
              <a:t>("</a:t>
            </a:r>
            <a:r>
              <a:rPr lang="ko-KR" altLang="ko-KR" sz="1600" dirty="0" err="1">
                <a:latin typeface="+mn-lt"/>
              </a:rPr>
              <a:t>ko</a:t>
            </a:r>
            <a:r>
              <a:rPr lang="ko-KR" altLang="ko-KR" sz="1600" dirty="0">
                <a:latin typeface="+mn-lt"/>
              </a:rPr>
              <a:t>-KR")}원&lt;/</a:t>
            </a:r>
            <a:r>
              <a:rPr lang="ko-KR" altLang="ko-KR" sz="1600" dirty="0" err="1">
                <a:latin typeface="+mn-lt"/>
              </a:rPr>
              <a:t>strong</a:t>
            </a:r>
            <a:r>
              <a:rPr lang="ko-KR" altLang="ko-KR" sz="16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&lt;/</a:t>
            </a:r>
            <a:r>
              <a:rPr lang="ko-KR" altLang="ko-KR" sz="1600" dirty="0" err="1">
                <a:latin typeface="+mn-lt"/>
              </a:rPr>
              <a:t>div</a:t>
            </a:r>
            <a:r>
              <a:rPr lang="ko-KR" altLang="ko-KR" sz="1600" dirty="0">
                <a:latin typeface="+mn-lt"/>
              </a:rPr>
              <a:t>&gt;</a:t>
            </a:r>
            <a:endParaRPr lang="en-US" altLang="ko-KR" sz="1600" dirty="0">
              <a:latin typeface="+mn-lt"/>
            </a:endParaRP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>
              <a:buNone/>
            </a:pPr>
            <a:r>
              <a:rPr lang="ko-KR" altLang="ko-KR" sz="1600" b="1" dirty="0"/>
              <a:t>④ </a:t>
            </a:r>
            <a:r>
              <a:rPr lang="ko-KR" altLang="ko-KR" sz="1600" b="1" dirty="0">
                <a:latin typeface="+mn-lt"/>
              </a:rPr>
              <a:t>App.css</a:t>
            </a:r>
            <a:r>
              <a:rPr lang="ko-KR" altLang="ko-KR" sz="1600" b="1" dirty="0"/>
              <a:t> 맨 아래에 추가하세요.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.</a:t>
            </a:r>
            <a:r>
              <a:rPr lang="ko-KR" altLang="ko-KR" sz="1600" dirty="0" err="1">
                <a:latin typeface="+mn-lt"/>
              </a:rPr>
              <a:t>cart-total</a:t>
            </a:r>
            <a:r>
              <a:rPr lang="ko-KR" altLang="ko-KR" sz="1600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display</a:t>
            </a:r>
            <a:r>
              <a:rPr lang="ko-KR" altLang="ko-KR" sz="1600" dirty="0">
                <a:latin typeface="+mn-lt"/>
              </a:rPr>
              <a:t>: </a:t>
            </a:r>
            <a:r>
              <a:rPr lang="ko-KR" altLang="ko-KR" sz="1600" dirty="0" err="1">
                <a:latin typeface="+mn-lt"/>
              </a:rPr>
              <a:t>flex</a:t>
            </a:r>
            <a:r>
              <a:rPr lang="ko-KR" altLang="ko-KR" sz="1600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justify-content</a:t>
            </a:r>
            <a:r>
              <a:rPr lang="ko-KR" altLang="ko-KR" sz="1600" dirty="0">
                <a:latin typeface="+mn-lt"/>
              </a:rPr>
              <a:t>: </a:t>
            </a:r>
            <a:r>
              <a:rPr lang="ko-KR" altLang="ko-KR" sz="1600" dirty="0" err="1">
                <a:latin typeface="+mn-lt"/>
              </a:rPr>
              <a:t>space-between</a:t>
            </a:r>
            <a:r>
              <a:rPr lang="ko-KR" altLang="ko-KR" sz="1600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align-items</a:t>
            </a:r>
            <a:r>
              <a:rPr lang="ko-KR" altLang="ko-KR" sz="1600" dirty="0">
                <a:latin typeface="+mn-lt"/>
              </a:rPr>
              <a:t>: </a:t>
            </a:r>
            <a:r>
              <a:rPr lang="ko-KR" altLang="ko-KR" sz="1600" dirty="0" err="1">
                <a:latin typeface="+mn-lt"/>
              </a:rPr>
              <a:t>center</a:t>
            </a:r>
            <a:r>
              <a:rPr lang="ko-KR" altLang="ko-KR" sz="1600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gap</a:t>
            </a:r>
            <a:r>
              <a:rPr lang="ko-KR" altLang="ko-KR" sz="1600" dirty="0">
                <a:latin typeface="+mn-lt"/>
              </a:rPr>
              <a:t>: 10px;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padding</a:t>
            </a:r>
            <a:r>
              <a:rPr lang="ko-KR" altLang="ko-KR" sz="1600" dirty="0">
                <a:latin typeface="+mn-lt"/>
              </a:rPr>
              <a:t>: 16px;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margin-bottom</a:t>
            </a:r>
            <a:r>
              <a:rPr lang="ko-KR" altLang="ko-KR" sz="1600" dirty="0">
                <a:latin typeface="+mn-lt"/>
              </a:rPr>
              <a:t>: 16px;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background</a:t>
            </a:r>
            <a:r>
              <a:rPr lang="ko-KR" altLang="ko-KR" sz="1600" dirty="0">
                <a:latin typeface="+mn-lt"/>
              </a:rPr>
              <a:t>: #e7f5f4;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color</a:t>
            </a:r>
            <a:r>
              <a:rPr lang="ko-KR" altLang="ko-KR" sz="1600" dirty="0">
                <a:latin typeface="+mn-lt"/>
              </a:rPr>
              <a:t>: #007b83;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border-radius</a:t>
            </a:r>
            <a:r>
              <a:rPr lang="ko-KR" altLang="ko-KR" sz="1600" dirty="0">
                <a:latin typeface="+mn-lt"/>
              </a:rPr>
              <a:t>: 10px;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font-size</a:t>
            </a:r>
            <a:r>
              <a:rPr lang="ko-KR" altLang="ko-KR" sz="1600" dirty="0">
                <a:latin typeface="+mn-lt"/>
              </a:rPr>
              <a:t>: 16px;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}</a:t>
            </a: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.</a:t>
            </a:r>
            <a:r>
              <a:rPr lang="ko-KR" altLang="ko-KR" sz="1600" dirty="0" err="1">
                <a:latin typeface="+mn-lt"/>
              </a:rPr>
              <a:t>cart-total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strong</a:t>
            </a:r>
            <a:r>
              <a:rPr lang="ko-KR" altLang="ko-KR" sz="1600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font-size</a:t>
            </a:r>
            <a:r>
              <a:rPr lang="ko-KR" altLang="ko-KR" sz="1600" dirty="0">
                <a:latin typeface="+mn-lt"/>
              </a:rPr>
              <a:t>: 22px;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}</a:t>
            </a:r>
            <a:endParaRPr lang="ko-KR" altLang="ko-KR" sz="1600" dirty="0">
              <a:latin typeface="Courier New" panose="020703090202050204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8267DD-2024-AA62-9226-8BCB09625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93" y="4037984"/>
            <a:ext cx="6918681" cy="263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67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52236-D812-AAB2-2BD0-4E39F4DB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2F826-5249-7FA2-0312-484B5F15D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08185D-7AF0-76ED-5397-0D604ED8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59" y="0"/>
            <a:ext cx="10492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84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614C5-7A1D-A965-9E29-7EFB8E57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‘</a:t>
            </a:r>
            <a:r>
              <a:rPr lang="ko-KR" altLang="ko-KR" dirty="0" err="1"/>
              <a:t>주문하기’를</a:t>
            </a:r>
            <a:r>
              <a:rPr lang="ko-KR" altLang="ko-KR" dirty="0"/>
              <a:t> 누르면 오른쪽에 주문 결과를 표시하는 기능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17C59A-3C24-8084-13C1-5D8B4A70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11" y="1284364"/>
            <a:ext cx="6635071" cy="528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66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DC2841-1E20-D634-AA97-E2F9BAEB64B2}"/>
              </a:ext>
            </a:extLst>
          </p:cNvPr>
          <p:cNvSpPr txBox="1"/>
          <p:nvPr/>
        </p:nvSpPr>
        <p:spPr>
          <a:xfrm>
            <a:off x="1002890" y="199804"/>
            <a:ext cx="814111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b="1" dirty="0"/>
              <a:t>① </a:t>
            </a:r>
            <a:r>
              <a:rPr lang="ko-KR" altLang="ko-KR" sz="1600" b="1" dirty="0" err="1">
                <a:latin typeface="+mn-lt"/>
              </a:rPr>
              <a:t>App.jsx</a:t>
            </a:r>
            <a:r>
              <a:rPr lang="ko-KR" altLang="ko-KR" sz="1600" b="1" dirty="0" err="1"/>
              <a:t>의</a:t>
            </a:r>
            <a:r>
              <a:rPr lang="ko-KR" altLang="ko-KR" sz="1600" b="1" dirty="0"/>
              <a:t> </a:t>
            </a:r>
            <a:r>
              <a:rPr lang="ko-KR" altLang="ko-KR" sz="1600" b="1" dirty="0" err="1">
                <a:latin typeface="+mn-lt"/>
              </a:rPr>
              <a:t>App</a:t>
            </a:r>
            <a:r>
              <a:rPr lang="ko-KR" altLang="ko-KR" sz="1600" b="1" dirty="0"/>
              <a:t> 함수 안에서 아래 줄을 찾으세요.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 err="1">
                <a:latin typeface="+mn-lt"/>
              </a:rPr>
              <a:t>const</a:t>
            </a:r>
            <a:r>
              <a:rPr lang="ko-KR" altLang="ko-KR" sz="1600" dirty="0">
                <a:latin typeface="+mn-lt"/>
              </a:rPr>
              <a:t> [</a:t>
            </a:r>
            <a:r>
              <a:rPr lang="ko-KR" altLang="ko-KR" sz="1600" dirty="0" err="1">
                <a:latin typeface="+mn-lt"/>
              </a:rPr>
              <a:t>cart</a:t>
            </a:r>
            <a:r>
              <a:rPr lang="ko-KR" altLang="ko-KR" sz="1600" dirty="0">
                <a:latin typeface="+mn-lt"/>
              </a:rPr>
              <a:t>, </a:t>
            </a:r>
            <a:r>
              <a:rPr lang="ko-KR" altLang="ko-KR" sz="1600" dirty="0" err="1">
                <a:latin typeface="+mn-lt"/>
              </a:rPr>
              <a:t>setCart</a:t>
            </a:r>
            <a:r>
              <a:rPr lang="ko-KR" altLang="ko-KR" sz="1600" dirty="0">
                <a:latin typeface="+mn-lt"/>
              </a:rPr>
              <a:t>] = </a:t>
            </a:r>
            <a:r>
              <a:rPr lang="ko-KR" altLang="ko-KR" sz="1600" dirty="0" err="1">
                <a:latin typeface="+mn-lt"/>
              </a:rPr>
              <a:t>useState</a:t>
            </a:r>
            <a:r>
              <a:rPr lang="ko-KR" altLang="ko-KR" sz="1600" dirty="0">
                <a:latin typeface="+mn-lt"/>
              </a:rPr>
              <a:t>([]);</a:t>
            </a:r>
            <a:endParaRPr lang="en-US" altLang="ko-KR" sz="1600" dirty="0">
              <a:latin typeface="+mn-lt"/>
            </a:endParaRP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>
              <a:buNone/>
            </a:pPr>
            <a:r>
              <a:rPr lang="ko-KR" altLang="ko-KR" sz="1600" b="1" dirty="0"/>
              <a:t>그 바로 아래에 추가하세요.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 err="1">
                <a:latin typeface="+mn-lt"/>
              </a:rPr>
              <a:t>const</a:t>
            </a:r>
            <a:r>
              <a:rPr lang="ko-KR" altLang="ko-KR" sz="1600" dirty="0">
                <a:latin typeface="+mn-lt"/>
              </a:rPr>
              <a:t> [</a:t>
            </a:r>
            <a:r>
              <a:rPr lang="ko-KR" altLang="ko-KR" sz="1600" dirty="0" err="1">
                <a:latin typeface="+mn-lt"/>
              </a:rPr>
              <a:t>order</a:t>
            </a:r>
            <a:r>
              <a:rPr lang="ko-KR" altLang="ko-KR" sz="1600" dirty="0">
                <a:latin typeface="+mn-lt"/>
              </a:rPr>
              <a:t>, </a:t>
            </a:r>
            <a:r>
              <a:rPr lang="ko-KR" altLang="ko-KR" sz="1600" dirty="0" err="1">
                <a:latin typeface="+mn-lt"/>
              </a:rPr>
              <a:t>setOrder</a:t>
            </a:r>
            <a:r>
              <a:rPr lang="ko-KR" altLang="ko-KR" sz="1600" dirty="0">
                <a:latin typeface="+mn-lt"/>
              </a:rPr>
              <a:t>] = </a:t>
            </a:r>
            <a:r>
              <a:rPr lang="ko-KR" altLang="ko-KR" sz="1600" dirty="0" err="1">
                <a:latin typeface="+mn-lt"/>
              </a:rPr>
              <a:t>useState</a:t>
            </a:r>
            <a:r>
              <a:rPr lang="ko-KR" altLang="ko-KR" sz="1600" dirty="0">
                <a:latin typeface="+mn-lt"/>
              </a:rPr>
              <a:t>(</a:t>
            </a:r>
            <a:r>
              <a:rPr lang="ko-KR" altLang="ko-KR" sz="1600" dirty="0" err="1">
                <a:latin typeface="+mn-lt"/>
              </a:rPr>
              <a:t>null</a:t>
            </a:r>
            <a:r>
              <a:rPr lang="ko-KR" altLang="ko-KR" sz="1600" dirty="0">
                <a:latin typeface="+mn-lt"/>
              </a:rPr>
              <a:t>);</a:t>
            </a:r>
          </a:p>
          <a:p>
            <a:pPr>
              <a:buNone/>
            </a:pPr>
            <a:endParaRPr lang="en-US" altLang="ko-KR" sz="1600" dirty="0">
              <a:latin typeface="+mn-lt"/>
            </a:endParaRPr>
          </a:p>
          <a:p>
            <a:pPr>
              <a:buNone/>
            </a:pPr>
            <a:r>
              <a:rPr lang="ko-KR" altLang="ko-KR" sz="1600" dirty="0" err="1">
                <a:latin typeface="+mn-lt"/>
              </a:rPr>
              <a:t>order</a:t>
            </a:r>
            <a:r>
              <a:rPr lang="ko-KR" altLang="ko-KR" sz="1600" dirty="0" err="1"/>
              <a:t>는</a:t>
            </a:r>
            <a:r>
              <a:rPr lang="ko-KR" altLang="ko-KR" sz="1600" dirty="0"/>
              <a:t> 완료한 주문을 저장합니다. 처음에는 주문이 없으므로 </a:t>
            </a:r>
            <a:r>
              <a:rPr lang="ko-KR" altLang="ko-KR" sz="1600" dirty="0" err="1">
                <a:latin typeface="+mn-lt"/>
              </a:rPr>
              <a:t>null</a:t>
            </a:r>
            <a:r>
              <a:rPr lang="ko-KR" altLang="ko-KR" sz="1600" dirty="0" err="1"/>
              <a:t>입니다</a:t>
            </a:r>
            <a:r>
              <a:rPr lang="ko-KR" altLang="ko-KR" sz="1600" dirty="0"/>
              <a:t>.</a:t>
            </a:r>
          </a:p>
          <a:p>
            <a:pPr>
              <a:buNone/>
            </a:pPr>
            <a:endParaRPr lang="en-US" altLang="ko-KR" sz="1600" b="1" dirty="0"/>
          </a:p>
          <a:p>
            <a:pPr>
              <a:buNone/>
            </a:pPr>
            <a:r>
              <a:rPr lang="ko-KR" altLang="ko-KR" sz="1600" b="1" dirty="0"/>
              <a:t>② </a:t>
            </a:r>
            <a:r>
              <a:rPr lang="ko-KR" altLang="ko-KR" sz="1600" b="1" dirty="0" err="1">
                <a:latin typeface="+mn-lt"/>
              </a:rPr>
              <a:t>App</a:t>
            </a:r>
            <a:r>
              <a:rPr lang="ko-KR" altLang="ko-KR" sz="1600" b="1" dirty="0"/>
              <a:t> 함수 안의 </a:t>
            </a:r>
            <a:r>
              <a:rPr lang="ko-KR" altLang="ko-KR" sz="1600" b="1" dirty="0" err="1">
                <a:latin typeface="+mn-lt"/>
              </a:rPr>
              <a:t>return</a:t>
            </a:r>
            <a:r>
              <a:rPr lang="ko-KR" altLang="ko-KR" sz="1600" b="1" dirty="0">
                <a:latin typeface="+mn-lt"/>
              </a:rPr>
              <a:t> (</a:t>
            </a:r>
            <a:r>
              <a:rPr lang="ko-KR" altLang="ko-KR" sz="1600" b="1" dirty="0"/>
              <a:t> 바로 위에 추가하세요.</a:t>
            </a:r>
            <a:endParaRPr lang="en-US" altLang="ko-KR" sz="1600" dirty="0">
              <a:latin typeface="+mn-lt"/>
            </a:endParaRPr>
          </a:p>
          <a:p>
            <a:pPr rtl="0">
              <a:buNone/>
            </a:pPr>
            <a:r>
              <a:rPr lang="ko-KR" altLang="ko-KR" sz="1600" dirty="0" err="1">
                <a:latin typeface="+mn-lt"/>
              </a:rPr>
              <a:t>function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placeOrder</a:t>
            </a:r>
            <a:r>
              <a:rPr lang="ko-KR" altLang="ko-KR" sz="1600" dirty="0">
                <a:latin typeface="+mn-lt"/>
              </a:rPr>
              <a:t>() {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if</a:t>
            </a:r>
            <a:r>
              <a:rPr lang="ko-KR" altLang="ko-KR" sz="1600" dirty="0">
                <a:latin typeface="+mn-lt"/>
              </a:rPr>
              <a:t> (</a:t>
            </a:r>
            <a:r>
              <a:rPr lang="ko-KR" altLang="ko-KR" sz="1600" dirty="0" err="1">
                <a:latin typeface="+mn-lt"/>
              </a:rPr>
              <a:t>cart.length</a:t>
            </a:r>
            <a:r>
              <a:rPr lang="ko-KR" altLang="ko-KR" sz="1600" dirty="0">
                <a:latin typeface="+mn-lt"/>
              </a:rPr>
              <a:t> === 0) {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</a:t>
            </a:r>
            <a:r>
              <a:rPr lang="ko-KR" altLang="ko-KR" sz="1600" dirty="0" err="1">
                <a:latin typeface="+mn-lt"/>
              </a:rPr>
              <a:t>alert</a:t>
            </a:r>
            <a:r>
              <a:rPr lang="ko-KR" altLang="ko-KR" sz="1600" dirty="0">
                <a:latin typeface="+mn-lt"/>
              </a:rPr>
              <a:t>("메뉴를 먼저 담아 주세요.");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</a:t>
            </a:r>
            <a:r>
              <a:rPr lang="ko-KR" altLang="ko-KR" sz="1600" dirty="0" err="1">
                <a:latin typeface="+mn-lt"/>
              </a:rPr>
              <a:t>return</a:t>
            </a:r>
            <a:r>
              <a:rPr lang="ko-KR" altLang="ko-KR" sz="1600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}</a:t>
            </a: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// 현재 메뉴와 금액을 주문 결과에 저장합니다.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setOrder</a:t>
            </a:r>
            <a:r>
              <a:rPr lang="ko-KR" altLang="ko-KR" sz="1600" dirty="0">
                <a:latin typeface="+mn-lt"/>
              </a:rPr>
              <a:t>({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</a:t>
            </a:r>
            <a:r>
              <a:rPr lang="ko-KR" altLang="ko-KR" sz="1600" dirty="0" err="1">
                <a:latin typeface="+mn-lt"/>
              </a:rPr>
              <a:t>items</a:t>
            </a:r>
            <a:r>
              <a:rPr lang="ko-KR" altLang="ko-KR" sz="1600" dirty="0">
                <a:latin typeface="+mn-lt"/>
              </a:rPr>
              <a:t>: </a:t>
            </a:r>
            <a:r>
              <a:rPr lang="ko-KR" altLang="ko-KR" sz="1600" dirty="0" err="1">
                <a:latin typeface="+mn-lt"/>
              </a:rPr>
              <a:t>cart.map</a:t>
            </a:r>
            <a:r>
              <a:rPr lang="ko-KR" altLang="ko-KR" sz="1600" dirty="0">
                <a:latin typeface="+mn-lt"/>
              </a:rPr>
              <a:t>((</a:t>
            </a:r>
            <a:r>
              <a:rPr lang="ko-KR" altLang="ko-KR" sz="1600" dirty="0" err="1">
                <a:latin typeface="+mn-lt"/>
              </a:rPr>
              <a:t>item</a:t>
            </a:r>
            <a:r>
              <a:rPr lang="ko-KR" altLang="ko-KR" sz="1600" dirty="0">
                <a:latin typeface="+mn-lt"/>
              </a:rPr>
              <a:t>) =&gt; ({ ...</a:t>
            </a:r>
            <a:r>
              <a:rPr lang="ko-KR" altLang="ko-KR" sz="1600" dirty="0" err="1">
                <a:latin typeface="+mn-lt"/>
              </a:rPr>
              <a:t>item</a:t>
            </a:r>
            <a:r>
              <a:rPr lang="ko-KR" altLang="ko-KR" sz="1600" dirty="0">
                <a:latin typeface="+mn-lt"/>
              </a:rPr>
              <a:t> })),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</a:t>
            </a:r>
            <a:r>
              <a:rPr lang="ko-KR" altLang="ko-KR" sz="1600" dirty="0" err="1">
                <a:latin typeface="+mn-lt"/>
              </a:rPr>
              <a:t>total</a:t>
            </a:r>
            <a:r>
              <a:rPr lang="ko-KR" altLang="ko-KR" sz="1600" dirty="0">
                <a:latin typeface="+mn-lt"/>
              </a:rPr>
              <a:t>: </a:t>
            </a:r>
            <a:r>
              <a:rPr lang="ko-KR" altLang="ko-KR" sz="1600" dirty="0" err="1">
                <a:latin typeface="+mn-lt"/>
              </a:rPr>
              <a:t>totalPrice</a:t>
            </a:r>
            <a:r>
              <a:rPr lang="ko-KR" altLang="ko-KR" sz="1600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});</a:t>
            </a: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// 주문 후 장바구니를 비웁니다.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</a:t>
            </a:r>
            <a:r>
              <a:rPr lang="ko-KR" altLang="ko-KR" sz="1600" dirty="0" err="1">
                <a:latin typeface="+mn-lt"/>
              </a:rPr>
              <a:t>setCart</a:t>
            </a:r>
            <a:r>
              <a:rPr lang="ko-KR" altLang="ko-KR" sz="1600" dirty="0">
                <a:latin typeface="+mn-lt"/>
              </a:rPr>
              <a:t>([]);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}</a:t>
            </a:r>
            <a:endParaRPr lang="ko-KR" altLang="ko-KR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261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78848B-C9B0-1687-EAB0-694F3B0AAF57}"/>
              </a:ext>
            </a:extLst>
          </p:cNvPr>
          <p:cNvSpPr txBox="1"/>
          <p:nvPr/>
        </p:nvSpPr>
        <p:spPr>
          <a:xfrm>
            <a:off x="565355" y="311009"/>
            <a:ext cx="1106129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b="1" dirty="0"/>
              <a:t>③ 장바구니의 </a:t>
            </a:r>
            <a:r>
              <a:rPr lang="ko-KR" altLang="ko-KR" sz="1600" b="1" dirty="0" err="1"/>
              <a:t>총금액</a:t>
            </a:r>
            <a:r>
              <a:rPr lang="ko-KR" altLang="ko-KR" sz="1600" b="1" dirty="0"/>
              <a:t> 표시 부분 바로 아래에 버튼을 추가하세요.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</a:t>
            </a:r>
            <a:r>
              <a:rPr lang="ko-KR" altLang="ko-KR" sz="1600" dirty="0" err="1">
                <a:latin typeface="+mn-lt"/>
              </a:rPr>
              <a:t>button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className</a:t>
            </a:r>
            <a:r>
              <a:rPr lang="ko-KR" altLang="ko-KR" sz="1600" dirty="0">
                <a:latin typeface="+mn-lt"/>
              </a:rPr>
              <a:t>="</a:t>
            </a:r>
            <a:r>
              <a:rPr lang="ko-KR" altLang="ko-KR" sz="1600" dirty="0" err="1">
                <a:latin typeface="+mn-lt"/>
              </a:rPr>
              <a:t>order-button</a:t>
            </a:r>
            <a:r>
              <a:rPr lang="ko-KR" altLang="ko-KR" sz="1600" dirty="0">
                <a:latin typeface="+mn-lt"/>
              </a:rPr>
              <a:t>" </a:t>
            </a:r>
            <a:r>
              <a:rPr lang="ko-KR" altLang="ko-KR" sz="1600" dirty="0" err="1">
                <a:latin typeface="+mn-lt"/>
              </a:rPr>
              <a:t>onClick</a:t>
            </a:r>
            <a:r>
              <a:rPr lang="ko-KR" altLang="ko-KR" sz="1600" dirty="0">
                <a:latin typeface="+mn-lt"/>
              </a:rPr>
              <a:t>={</a:t>
            </a:r>
            <a:r>
              <a:rPr lang="ko-KR" altLang="ko-KR" sz="1600" dirty="0" err="1">
                <a:latin typeface="+mn-lt"/>
              </a:rPr>
              <a:t>placeOrder</a:t>
            </a:r>
            <a:r>
              <a:rPr lang="ko-KR" altLang="ko-KR" sz="1600" dirty="0">
                <a:latin typeface="+mn-lt"/>
              </a:rPr>
              <a:t>}&gt;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주문하기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&lt;/</a:t>
            </a:r>
            <a:r>
              <a:rPr lang="ko-KR" altLang="ko-KR" sz="1600" dirty="0" err="1">
                <a:latin typeface="+mn-lt"/>
              </a:rPr>
              <a:t>button</a:t>
            </a:r>
            <a:r>
              <a:rPr lang="ko-KR" altLang="ko-KR" sz="1600" dirty="0">
                <a:latin typeface="+mn-lt"/>
              </a:rPr>
              <a:t>&gt;</a:t>
            </a:r>
            <a:endParaRPr lang="en-US" altLang="ko-KR" sz="1600" dirty="0">
              <a:latin typeface="+mn-lt"/>
            </a:endParaRPr>
          </a:p>
          <a:p>
            <a:pPr rtl="0">
              <a:buNone/>
            </a:pPr>
            <a:endParaRPr lang="ko-KR" altLang="ko-KR" sz="1600" dirty="0">
              <a:latin typeface="+mn-lt"/>
            </a:endParaRPr>
          </a:p>
          <a:p>
            <a:pPr>
              <a:buNone/>
            </a:pPr>
            <a:r>
              <a:rPr lang="ko-KR" altLang="ko-KR" sz="1600" b="1" dirty="0"/>
              <a:t>④ 기존 주문 결과 영역 전체를 아래 코드로 교체하세요.</a:t>
            </a:r>
            <a:endParaRPr lang="ko-KR" altLang="ko-KR" sz="1600" dirty="0"/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</a:t>
            </a:r>
            <a:r>
              <a:rPr lang="ko-KR" altLang="ko-KR" sz="1600" dirty="0" err="1">
                <a:latin typeface="+mn-lt"/>
              </a:rPr>
              <a:t>section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className</a:t>
            </a:r>
            <a:r>
              <a:rPr lang="ko-KR" altLang="ko-KR" sz="1600" dirty="0">
                <a:latin typeface="+mn-lt"/>
              </a:rPr>
              <a:t>="</a:t>
            </a:r>
            <a:r>
              <a:rPr lang="ko-KR" altLang="ko-KR" sz="1600" dirty="0" err="1">
                <a:latin typeface="+mn-lt"/>
              </a:rPr>
              <a:t>panel</a:t>
            </a:r>
            <a:r>
              <a:rPr lang="ko-KR" altLang="ko-KR" sz="16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&lt;h2&gt;주문 결과&lt;/h2&gt;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{</a:t>
            </a:r>
            <a:r>
              <a:rPr lang="ko-KR" altLang="ko-KR" sz="1600" dirty="0" err="1">
                <a:latin typeface="+mn-lt"/>
              </a:rPr>
              <a:t>order</a:t>
            </a:r>
            <a:r>
              <a:rPr lang="ko-KR" altLang="ko-KR" sz="1600" dirty="0">
                <a:latin typeface="+mn-lt"/>
              </a:rPr>
              <a:t> === </a:t>
            </a:r>
            <a:r>
              <a:rPr lang="ko-KR" altLang="ko-KR" sz="1600" dirty="0" err="1">
                <a:latin typeface="+mn-lt"/>
              </a:rPr>
              <a:t>null</a:t>
            </a:r>
            <a:r>
              <a:rPr lang="ko-KR" altLang="ko-KR" sz="1600" dirty="0">
                <a:latin typeface="+mn-lt"/>
              </a:rPr>
              <a:t> ? (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&lt;</a:t>
            </a:r>
            <a:r>
              <a:rPr lang="ko-KR" altLang="ko-KR" sz="1600" dirty="0" err="1">
                <a:latin typeface="+mn-lt"/>
              </a:rPr>
              <a:t>p</a:t>
            </a:r>
            <a:r>
              <a:rPr lang="ko-KR" altLang="ko-KR" sz="1600" dirty="0">
                <a:latin typeface="+mn-lt"/>
              </a:rPr>
              <a:t>&gt;주문 후 결과를 확인하세요.&lt;/</a:t>
            </a:r>
            <a:r>
              <a:rPr lang="ko-KR" altLang="ko-KR" sz="1600" dirty="0" err="1">
                <a:latin typeface="+mn-lt"/>
              </a:rPr>
              <a:t>p</a:t>
            </a:r>
            <a:r>
              <a:rPr lang="ko-KR" altLang="ko-KR" sz="16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) : (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&lt;</a:t>
            </a:r>
            <a:r>
              <a:rPr lang="ko-KR" altLang="ko-KR" sz="1600" dirty="0" err="1">
                <a:latin typeface="+mn-lt"/>
              </a:rPr>
              <a:t>div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className</a:t>
            </a:r>
            <a:r>
              <a:rPr lang="ko-KR" altLang="ko-KR" sz="1600" dirty="0">
                <a:latin typeface="+mn-lt"/>
              </a:rPr>
              <a:t>="</a:t>
            </a:r>
            <a:r>
              <a:rPr lang="ko-KR" altLang="ko-KR" sz="1600" dirty="0" err="1">
                <a:latin typeface="+mn-lt"/>
              </a:rPr>
              <a:t>order-result</a:t>
            </a:r>
            <a:r>
              <a:rPr lang="ko-KR" altLang="ko-KR" sz="1600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&lt;h3&gt;주문 완료!&lt;/h3&gt;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{</a:t>
            </a:r>
            <a:r>
              <a:rPr lang="ko-KR" altLang="ko-KR" sz="1600" dirty="0" err="1">
                <a:latin typeface="+mn-lt"/>
              </a:rPr>
              <a:t>order.items.map</a:t>
            </a:r>
            <a:r>
              <a:rPr lang="ko-KR" altLang="ko-KR" sz="1600" dirty="0">
                <a:latin typeface="+mn-lt"/>
              </a:rPr>
              <a:t>((</a:t>
            </a:r>
            <a:r>
              <a:rPr lang="ko-KR" altLang="ko-KR" sz="1600" dirty="0" err="1">
                <a:latin typeface="+mn-lt"/>
              </a:rPr>
              <a:t>item</a:t>
            </a:r>
            <a:r>
              <a:rPr lang="ko-KR" altLang="ko-KR" sz="1600" dirty="0">
                <a:latin typeface="+mn-lt"/>
              </a:rPr>
              <a:t>) =&gt; (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  &lt;</a:t>
            </a:r>
            <a:r>
              <a:rPr lang="ko-KR" altLang="ko-KR" sz="1600" dirty="0" err="1">
                <a:latin typeface="+mn-lt"/>
              </a:rPr>
              <a:t>p</a:t>
            </a:r>
            <a:r>
              <a:rPr lang="ko-KR" altLang="ko-KR" sz="1600" dirty="0">
                <a:latin typeface="+mn-lt"/>
              </a:rPr>
              <a:t> </a:t>
            </a:r>
            <a:r>
              <a:rPr lang="ko-KR" altLang="ko-KR" sz="1600" dirty="0" err="1">
                <a:latin typeface="+mn-lt"/>
              </a:rPr>
              <a:t>key</a:t>
            </a:r>
            <a:r>
              <a:rPr lang="ko-KR" altLang="ko-KR" sz="1600" dirty="0">
                <a:latin typeface="+mn-lt"/>
              </a:rPr>
              <a:t>={</a:t>
            </a:r>
            <a:r>
              <a:rPr lang="ko-KR" altLang="ko-KR" sz="1600" dirty="0" err="1">
                <a:latin typeface="+mn-lt"/>
              </a:rPr>
              <a:t>item.id</a:t>
            </a:r>
            <a:r>
              <a:rPr lang="ko-KR" altLang="ko-KR" sz="1600" dirty="0">
                <a:latin typeface="+mn-lt"/>
              </a:rPr>
              <a:t>}&gt;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    {</a:t>
            </a:r>
            <a:r>
              <a:rPr lang="ko-KR" altLang="ko-KR" sz="1600" dirty="0" err="1">
                <a:latin typeface="+mn-lt"/>
              </a:rPr>
              <a:t>item.name</a:t>
            </a:r>
            <a:r>
              <a:rPr lang="ko-KR" altLang="ko-KR" sz="1600" dirty="0">
                <a:latin typeface="+mn-lt"/>
              </a:rPr>
              <a:t>} {</a:t>
            </a:r>
            <a:r>
              <a:rPr lang="ko-KR" altLang="ko-KR" sz="1600" dirty="0" err="1">
                <a:latin typeface="+mn-lt"/>
              </a:rPr>
              <a:t>item.quantity</a:t>
            </a:r>
            <a:r>
              <a:rPr lang="ko-KR" altLang="ko-KR" sz="1600" dirty="0">
                <a:latin typeface="+mn-lt"/>
              </a:rPr>
              <a:t>}개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  &lt;/</a:t>
            </a:r>
            <a:r>
              <a:rPr lang="ko-KR" altLang="ko-KR" sz="1600" dirty="0" err="1">
                <a:latin typeface="+mn-lt"/>
              </a:rPr>
              <a:t>p</a:t>
            </a:r>
            <a:r>
              <a:rPr lang="ko-KR" altLang="ko-KR" sz="16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))}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&lt;</a:t>
            </a:r>
            <a:r>
              <a:rPr lang="ko-KR" altLang="ko-KR" sz="1600" dirty="0" err="1">
                <a:latin typeface="+mn-lt"/>
              </a:rPr>
              <a:t>hr</a:t>
            </a:r>
            <a:r>
              <a:rPr lang="ko-KR" altLang="ko-KR" sz="1600" dirty="0">
                <a:latin typeface="+mn-lt"/>
              </a:rPr>
              <a:t> /&gt;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&lt;</a:t>
            </a:r>
            <a:r>
              <a:rPr lang="ko-KR" altLang="ko-KR" sz="1600" dirty="0" err="1">
                <a:latin typeface="+mn-lt"/>
              </a:rPr>
              <a:t>strong</a:t>
            </a:r>
            <a:r>
              <a:rPr lang="ko-KR" altLang="ko-KR" sz="16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  주문 금액: {</a:t>
            </a:r>
            <a:r>
              <a:rPr lang="ko-KR" altLang="ko-KR" sz="1600" dirty="0" err="1">
                <a:latin typeface="+mn-lt"/>
              </a:rPr>
              <a:t>order.total.toLocaleString</a:t>
            </a:r>
            <a:r>
              <a:rPr lang="ko-KR" altLang="ko-KR" sz="1600" dirty="0">
                <a:latin typeface="+mn-lt"/>
              </a:rPr>
              <a:t>("</a:t>
            </a:r>
            <a:r>
              <a:rPr lang="ko-KR" altLang="ko-KR" sz="1600" dirty="0" err="1">
                <a:latin typeface="+mn-lt"/>
              </a:rPr>
              <a:t>ko</a:t>
            </a:r>
            <a:r>
              <a:rPr lang="ko-KR" altLang="ko-KR" sz="1600" dirty="0">
                <a:latin typeface="+mn-lt"/>
              </a:rPr>
              <a:t>-KR")}원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  &lt;/</a:t>
            </a:r>
            <a:r>
              <a:rPr lang="ko-KR" altLang="ko-KR" sz="1600" dirty="0" err="1">
                <a:latin typeface="+mn-lt"/>
              </a:rPr>
              <a:t>strong</a:t>
            </a:r>
            <a:r>
              <a:rPr lang="ko-KR" altLang="ko-KR" sz="16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  &lt;/</a:t>
            </a:r>
            <a:r>
              <a:rPr lang="ko-KR" altLang="ko-KR" sz="1600" dirty="0" err="1">
                <a:latin typeface="+mn-lt"/>
              </a:rPr>
              <a:t>div</a:t>
            </a:r>
            <a:r>
              <a:rPr lang="ko-KR" altLang="ko-KR" sz="1600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  )}</a:t>
            </a:r>
          </a:p>
          <a:p>
            <a:pPr rtl="0">
              <a:buNone/>
            </a:pPr>
            <a:r>
              <a:rPr lang="ko-KR" altLang="ko-KR" sz="1600" dirty="0">
                <a:latin typeface="+mn-lt"/>
              </a:rPr>
              <a:t>&lt;/</a:t>
            </a:r>
            <a:r>
              <a:rPr lang="ko-KR" altLang="ko-KR" sz="1600" dirty="0" err="1">
                <a:latin typeface="+mn-lt"/>
              </a:rPr>
              <a:t>section</a:t>
            </a:r>
            <a:r>
              <a:rPr lang="ko-KR" altLang="ko-KR" sz="1600" dirty="0">
                <a:latin typeface="+mn-lt"/>
              </a:rPr>
              <a:t>&gt;</a:t>
            </a:r>
            <a:endParaRPr lang="ko-KR" altLang="ko-KR" sz="1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082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48886-60AF-1357-789F-385CF7D352BF}"/>
              </a:ext>
            </a:extLst>
          </p:cNvPr>
          <p:cNvSpPr txBox="1"/>
          <p:nvPr/>
        </p:nvSpPr>
        <p:spPr>
          <a:xfrm>
            <a:off x="993058" y="47934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⑤ </a:t>
            </a:r>
            <a:r>
              <a:rPr lang="ko-KR" altLang="ko-KR" b="1" dirty="0">
                <a:latin typeface="+mn-lt"/>
              </a:rPr>
              <a:t>App.css</a:t>
            </a:r>
            <a:r>
              <a:rPr lang="ko-KR" altLang="ko-KR" b="1" dirty="0"/>
              <a:t> 맨 아래에 추가하세요.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order-button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width</a:t>
            </a:r>
            <a:r>
              <a:rPr lang="ko-KR" altLang="ko-KR" dirty="0">
                <a:latin typeface="+mn-lt"/>
              </a:rPr>
              <a:t>: 100%;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padding</a:t>
            </a:r>
            <a:r>
              <a:rPr lang="ko-KR" altLang="ko-KR" dirty="0">
                <a:latin typeface="+mn-lt"/>
              </a:rPr>
              <a:t>: 14px;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margin-bottom</a:t>
            </a:r>
            <a:r>
              <a:rPr lang="ko-KR" altLang="ko-KR" dirty="0">
                <a:latin typeface="+mn-lt"/>
              </a:rPr>
              <a:t>: 20px;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background</a:t>
            </a:r>
            <a:r>
              <a:rPr lang="ko-KR" altLang="ko-KR" dirty="0">
                <a:latin typeface="+mn-lt"/>
              </a:rPr>
              <a:t>: #008c95;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color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white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none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border-radius</a:t>
            </a:r>
            <a:r>
              <a:rPr lang="ko-KR" altLang="ko-KR" dirty="0">
                <a:latin typeface="+mn-lt"/>
              </a:rPr>
              <a:t>: 10px;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font-size</a:t>
            </a:r>
            <a:r>
              <a:rPr lang="ko-KR" altLang="ko-KR" dirty="0">
                <a:latin typeface="+mn-lt"/>
              </a:rPr>
              <a:t>: 18px;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cursor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pointer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.</a:t>
            </a:r>
            <a:r>
              <a:rPr lang="ko-KR" altLang="ko-KR" dirty="0" err="1">
                <a:latin typeface="+mn-lt"/>
              </a:rPr>
              <a:t>order-result</a:t>
            </a:r>
            <a:r>
              <a:rPr lang="ko-KR" altLang="ko-KR" dirty="0">
                <a:latin typeface="+mn-lt"/>
              </a:rPr>
              <a:t>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padding</a:t>
            </a:r>
            <a:r>
              <a:rPr lang="ko-KR" altLang="ko-KR" dirty="0">
                <a:latin typeface="+mn-lt"/>
              </a:rPr>
              <a:t>: 16px;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background</a:t>
            </a:r>
            <a:r>
              <a:rPr lang="ko-KR" altLang="ko-KR" dirty="0">
                <a:latin typeface="+mn-lt"/>
              </a:rPr>
              <a:t>: #e7f5f4;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border-radius</a:t>
            </a:r>
            <a:r>
              <a:rPr lang="ko-KR" altLang="ko-KR" dirty="0">
                <a:latin typeface="+mn-lt"/>
              </a:rPr>
              <a:t>: 10px;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9FDD32-E036-45AC-D86A-B5A40E89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766" y="1392519"/>
            <a:ext cx="6635071" cy="528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4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D05B2-302C-DAB1-C9BD-32296CE4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ko-KR" sz="2400" dirty="0"/>
              <a:t>주문자 이름을 입력하고, 이름이 없으면 입력창으로 커서를 이동하는 기능</a:t>
            </a:r>
            <a:endParaRPr lang="ko-KR" altLang="en-US" sz="24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D348195-8C17-E0BC-73BA-694FE7887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3979" y="1209675"/>
            <a:ext cx="7704042" cy="496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05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92DC73-F8A8-90E0-3983-CDF1C709306B}"/>
              </a:ext>
            </a:extLst>
          </p:cNvPr>
          <p:cNvSpPr txBox="1"/>
          <p:nvPr/>
        </p:nvSpPr>
        <p:spPr>
          <a:xfrm>
            <a:off x="1052051" y="465617"/>
            <a:ext cx="98224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</a:t>
            </a:r>
            <a:r>
              <a:rPr lang="ko-KR" altLang="ko-KR" b="1" dirty="0" err="1">
                <a:latin typeface="+mn-lt"/>
              </a:rPr>
              <a:t>App.jsx</a:t>
            </a:r>
            <a:r>
              <a:rPr lang="ko-KR" altLang="ko-KR" b="1" dirty="0"/>
              <a:t> 맨 위의 </a:t>
            </a:r>
            <a:r>
              <a:rPr lang="ko-KR" altLang="ko-KR" b="1" dirty="0" err="1"/>
              <a:t>React</a:t>
            </a:r>
            <a:r>
              <a:rPr lang="ko-KR" altLang="ko-KR" b="1" dirty="0"/>
              <a:t> </a:t>
            </a:r>
            <a:r>
              <a:rPr lang="ko-KR" altLang="ko-KR" b="1" dirty="0" err="1"/>
              <a:t>import</a:t>
            </a:r>
            <a:r>
              <a:rPr lang="ko-KR" altLang="ko-KR" b="1" dirty="0"/>
              <a:t> 한 줄을 교체하세요.</a:t>
            </a:r>
            <a:endParaRPr lang="ko-KR" altLang="ko-KR" dirty="0"/>
          </a:p>
          <a:p>
            <a:r>
              <a:rPr lang="ko-KR" altLang="ko-KR" dirty="0" err="1"/>
              <a:t>import</a:t>
            </a:r>
            <a:r>
              <a:rPr lang="ko-KR" altLang="ko-KR" dirty="0"/>
              <a:t> { </a:t>
            </a:r>
            <a:r>
              <a:rPr lang="ko-KR" altLang="ko-KR" dirty="0" err="1"/>
              <a:t>useState</a:t>
            </a:r>
            <a:r>
              <a:rPr lang="ko-KR" altLang="ko-KR" dirty="0"/>
              <a:t>, </a:t>
            </a:r>
            <a:r>
              <a:rPr lang="ko-KR" altLang="ko-KR" dirty="0" err="1"/>
              <a:t>useMemo</a:t>
            </a:r>
            <a:r>
              <a:rPr lang="ko-KR" altLang="ko-KR" dirty="0"/>
              <a:t>, </a:t>
            </a:r>
            <a:r>
              <a:rPr lang="ko-KR" altLang="ko-KR" dirty="0" err="1"/>
              <a:t>useRef</a:t>
            </a:r>
            <a:r>
              <a:rPr lang="ko-KR" altLang="ko-KR" dirty="0"/>
              <a:t> } </a:t>
            </a:r>
            <a:r>
              <a:rPr lang="ko-KR" altLang="ko-KR" dirty="0" err="1"/>
              <a:t>from</a:t>
            </a:r>
            <a:r>
              <a:rPr lang="ko-KR" altLang="ko-KR" dirty="0"/>
              <a:t> "</a:t>
            </a:r>
            <a:r>
              <a:rPr lang="ko-KR" altLang="ko-KR" dirty="0" err="1"/>
              <a:t>react</a:t>
            </a:r>
            <a:r>
              <a:rPr lang="ko-KR" altLang="ko-KR" dirty="0"/>
              <a:t>";</a:t>
            </a:r>
          </a:p>
          <a:p>
            <a:r>
              <a:rPr lang="ko-KR" altLang="ko-KR" dirty="0" err="1"/>
              <a:t>import</a:t>
            </a:r>
            <a:r>
              <a:rPr lang="ko-KR" altLang="ko-KR" dirty="0"/>
              <a:t> "./</a:t>
            </a:r>
            <a:r>
              <a:rPr lang="ko-KR" altLang="ko-KR" dirty="0" err="1"/>
              <a:t>App.css</a:t>
            </a:r>
            <a:r>
              <a:rPr lang="ko-KR" altLang="ko-KR" dirty="0"/>
              <a:t>";</a:t>
            </a:r>
          </a:p>
          <a:p>
            <a:br>
              <a:rPr lang="ko-KR" altLang="ko-KR" dirty="0"/>
            </a:br>
            <a:endParaRPr lang="ko-KR" altLang="ko-KR" dirty="0"/>
          </a:p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 err="1">
                <a:latin typeface="+mn-lt"/>
              </a:rPr>
              <a:t>App</a:t>
            </a:r>
            <a:r>
              <a:rPr lang="ko-KR" altLang="ko-KR" b="1" dirty="0"/>
              <a:t> 함수 안에서 다음 코드 아래에 추가하세요.</a:t>
            </a:r>
            <a:endParaRPr lang="ko-KR" altLang="ko-KR" dirty="0"/>
          </a:p>
          <a:p>
            <a:pPr>
              <a:buNone/>
            </a:pPr>
            <a:r>
              <a:rPr lang="ko-KR" altLang="ko-KR" dirty="0"/>
              <a:t>찾을 코드:</a:t>
            </a:r>
          </a:p>
          <a:p>
            <a:pPr rtl="0">
              <a:buNone/>
            </a:pPr>
            <a:r>
              <a:rPr lang="ko-KR" altLang="ko-KR" dirty="0" err="1">
                <a:latin typeface="+mn-lt"/>
              </a:rPr>
              <a:t>const</a:t>
            </a:r>
            <a:r>
              <a:rPr lang="ko-KR" altLang="ko-KR" dirty="0">
                <a:latin typeface="+mn-lt"/>
              </a:rPr>
              <a:t> [</a:t>
            </a:r>
            <a:r>
              <a:rPr lang="ko-KR" altLang="ko-KR" dirty="0" err="1">
                <a:latin typeface="+mn-lt"/>
              </a:rPr>
              <a:t>order</a:t>
            </a:r>
            <a:r>
              <a:rPr lang="ko-KR" altLang="ko-KR" dirty="0">
                <a:latin typeface="+mn-lt"/>
              </a:rPr>
              <a:t>, </a:t>
            </a:r>
            <a:r>
              <a:rPr lang="ko-KR" altLang="ko-KR" dirty="0" err="1">
                <a:latin typeface="+mn-lt"/>
              </a:rPr>
              <a:t>setOrder</a:t>
            </a:r>
            <a:r>
              <a:rPr lang="ko-KR" altLang="ko-KR" dirty="0">
                <a:latin typeface="+mn-lt"/>
              </a:rPr>
              <a:t>] = </a:t>
            </a:r>
            <a:r>
              <a:rPr lang="ko-KR" altLang="ko-KR" dirty="0" err="1">
                <a:latin typeface="+mn-lt"/>
              </a:rPr>
              <a:t>useState</a:t>
            </a:r>
            <a:r>
              <a:rPr lang="ko-KR" altLang="ko-KR" dirty="0">
                <a:latin typeface="+mn-lt"/>
              </a:rPr>
              <a:t>(</a:t>
            </a:r>
            <a:r>
              <a:rPr lang="ko-KR" altLang="ko-KR" dirty="0" err="1">
                <a:latin typeface="+mn-lt"/>
              </a:rPr>
              <a:t>null</a:t>
            </a:r>
            <a:r>
              <a:rPr lang="ko-KR" altLang="ko-KR" dirty="0">
                <a:latin typeface="+mn-lt"/>
              </a:rPr>
              <a:t>);</a:t>
            </a:r>
            <a:endParaRPr lang="en-US" altLang="ko-KR" dirty="0">
              <a:latin typeface="+mn-lt"/>
            </a:endParaRP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>
              <a:buNone/>
            </a:pPr>
            <a:r>
              <a:rPr lang="ko-KR" altLang="ko-KR" dirty="0"/>
              <a:t>추가할 코드:</a:t>
            </a:r>
          </a:p>
          <a:p>
            <a:pPr rtl="0">
              <a:buNone/>
            </a:pPr>
            <a:r>
              <a:rPr lang="ko-KR" altLang="ko-KR" dirty="0" err="1">
                <a:latin typeface="+mn-lt"/>
              </a:rPr>
              <a:t>const</a:t>
            </a:r>
            <a:r>
              <a:rPr lang="ko-KR" altLang="ko-KR" dirty="0">
                <a:latin typeface="+mn-lt"/>
              </a:rPr>
              <a:t> [</a:t>
            </a:r>
            <a:r>
              <a:rPr lang="ko-KR" altLang="ko-KR" dirty="0" err="1">
                <a:latin typeface="+mn-lt"/>
              </a:rPr>
              <a:t>customerName</a:t>
            </a:r>
            <a:r>
              <a:rPr lang="ko-KR" altLang="ko-KR" dirty="0">
                <a:latin typeface="+mn-lt"/>
              </a:rPr>
              <a:t>, </a:t>
            </a:r>
            <a:r>
              <a:rPr lang="ko-KR" altLang="ko-KR" dirty="0" err="1">
                <a:latin typeface="+mn-lt"/>
              </a:rPr>
              <a:t>setCustomerName</a:t>
            </a:r>
            <a:r>
              <a:rPr lang="ko-KR" altLang="ko-KR" dirty="0">
                <a:latin typeface="+mn-lt"/>
              </a:rPr>
              <a:t>] = </a:t>
            </a:r>
            <a:r>
              <a:rPr lang="ko-KR" altLang="ko-KR" dirty="0" err="1">
                <a:latin typeface="+mn-lt"/>
              </a:rPr>
              <a:t>useState</a:t>
            </a:r>
            <a:r>
              <a:rPr lang="ko-KR" altLang="ko-KR" dirty="0">
                <a:latin typeface="+mn-lt"/>
              </a:rPr>
              <a:t>("");</a:t>
            </a:r>
          </a:p>
          <a:p>
            <a:pPr rtl="0">
              <a:buNone/>
            </a:pPr>
            <a:r>
              <a:rPr lang="ko-KR" altLang="ko-KR" dirty="0" err="1">
                <a:latin typeface="+mn-lt"/>
              </a:rPr>
              <a:t>const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nameInputRef</a:t>
            </a:r>
            <a:r>
              <a:rPr lang="ko-KR" altLang="ko-KR" dirty="0">
                <a:latin typeface="+mn-lt"/>
              </a:rPr>
              <a:t> = </a:t>
            </a:r>
            <a:r>
              <a:rPr lang="ko-KR" altLang="ko-KR" dirty="0" err="1">
                <a:latin typeface="+mn-lt"/>
              </a:rPr>
              <a:t>useRef</a:t>
            </a:r>
            <a:r>
              <a:rPr lang="ko-KR" altLang="ko-KR" dirty="0">
                <a:latin typeface="+mn-lt"/>
              </a:rPr>
              <a:t>(</a:t>
            </a:r>
            <a:r>
              <a:rPr lang="ko-KR" altLang="ko-KR" dirty="0" err="1">
                <a:latin typeface="+mn-lt"/>
              </a:rPr>
              <a:t>null</a:t>
            </a:r>
            <a:r>
              <a:rPr lang="ko-KR" altLang="ko-KR" dirty="0">
                <a:latin typeface="+mn-lt"/>
              </a:rPr>
              <a:t>);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117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2D49B8-0513-F786-B410-56397D074EB5}"/>
              </a:ext>
            </a:extLst>
          </p:cNvPr>
          <p:cNvSpPr txBox="1"/>
          <p:nvPr/>
        </p:nvSpPr>
        <p:spPr>
          <a:xfrm>
            <a:off x="973394" y="602079"/>
            <a:ext cx="81706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③ 기존 </a:t>
            </a:r>
            <a:r>
              <a:rPr lang="ko-KR" altLang="ko-KR" b="1" dirty="0" err="1">
                <a:latin typeface="+mn-lt"/>
              </a:rPr>
              <a:t>placeOrder</a:t>
            </a:r>
            <a:r>
              <a:rPr lang="ko-KR" altLang="ko-KR" b="1" dirty="0"/>
              <a:t> 함수 전체를 아래 코드로 교체하세요.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 err="1">
                <a:latin typeface="+mn-lt"/>
              </a:rPr>
              <a:t>function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placeOrder</a:t>
            </a:r>
            <a:r>
              <a:rPr lang="ko-KR" altLang="ko-KR" dirty="0">
                <a:latin typeface="+mn-lt"/>
              </a:rPr>
              <a:t>()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if</a:t>
            </a:r>
            <a:r>
              <a:rPr lang="ko-KR" altLang="ko-KR" dirty="0">
                <a:latin typeface="+mn-lt"/>
              </a:rPr>
              <a:t> (</a:t>
            </a:r>
            <a:r>
              <a:rPr lang="ko-KR" altLang="ko-KR" dirty="0" err="1">
                <a:latin typeface="+mn-lt"/>
              </a:rPr>
              <a:t>cart.length</a:t>
            </a:r>
            <a:r>
              <a:rPr lang="ko-KR" altLang="ko-KR" dirty="0">
                <a:latin typeface="+mn-lt"/>
              </a:rPr>
              <a:t> === 0)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alert</a:t>
            </a:r>
            <a:r>
              <a:rPr lang="ko-KR" altLang="ko-KR" dirty="0">
                <a:latin typeface="+mn-lt"/>
              </a:rPr>
              <a:t>("메뉴를 먼저 담아 주세요.");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return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}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if</a:t>
            </a:r>
            <a:r>
              <a:rPr lang="ko-KR" altLang="ko-KR" dirty="0">
                <a:latin typeface="+mn-lt"/>
              </a:rPr>
              <a:t> (</a:t>
            </a:r>
            <a:r>
              <a:rPr lang="ko-KR" altLang="ko-KR" dirty="0" err="1">
                <a:latin typeface="+mn-lt"/>
              </a:rPr>
              <a:t>customerName.trim</a:t>
            </a:r>
            <a:r>
              <a:rPr lang="ko-KR" altLang="ko-KR" dirty="0">
                <a:latin typeface="+mn-lt"/>
              </a:rPr>
              <a:t>() === "") 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alert</a:t>
            </a:r>
            <a:r>
              <a:rPr lang="ko-KR" altLang="ko-KR" dirty="0">
                <a:latin typeface="+mn-lt"/>
              </a:rPr>
              <a:t>("주문자 이름을 입력해 주세요.");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nameInputRef.</a:t>
            </a:r>
            <a:r>
              <a:rPr lang="ko-KR" altLang="ko-KR" dirty="0" err="1">
                <a:latin typeface="+mn-lt"/>
              </a:rPr>
              <a:t>current</a:t>
            </a:r>
            <a:r>
              <a:rPr lang="ko-KR" altLang="ko-KR" dirty="0">
                <a:latin typeface="+mn-lt"/>
              </a:rPr>
              <a:t>?.</a:t>
            </a:r>
            <a:r>
              <a:rPr lang="ko-KR" altLang="ko-KR" dirty="0" err="1">
                <a:latin typeface="+mn-lt"/>
              </a:rPr>
              <a:t>focus</a:t>
            </a:r>
            <a:r>
              <a:rPr lang="ko-KR" altLang="ko-KR" dirty="0">
                <a:latin typeface="+mn-lt"/>
              </a:rPr>
              <a:t>();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return</a:t>
            </a:r>
            <a:r>
              <a:rPr lang="ko-KR" altLang="ko-KR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}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setOrder</a:t>
            </a:r>
            <a:r>
              <a:rPr lang="ko-KR" altLang="ko-KR" dirty="0">
                <a:latin typeface="+mn-lt"/>
              </a:rPr>
              <a:t>({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customerName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customerName.trim</a:t>
            </a:r>
            <a:r>
              <a:rPr lang="ko-KR" altLang="ko-KR" dirty="0">
                <a:latin typeface="+mn-lt"/>
              </a:rPr>
              <a:t>(),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items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cart.map</a:t>
            </a:r>
            <a:r>
              <a:rPr lang="ko-KR" altLang="ko-KR" dirty="0">
                <a:latin typeface="+mn-lt"/>
              </a:rPr>
              <a:t>((</a:t>
            </a:r>
            <a:r>
              <a:rPr lang="ko-KR" altLang="ko-KR" dirty="0" err="1">
                <a:latin typeface="+mn-lt"/>
              </a:rPr>
              <a:t>item</a:t>
            </a:r>
            <a:r>
              <a:rPr lang="ko-KR" altLang="ko-KR" dirty="0">
                <a:latin typeface="+mn-lt"/>
              </a:rPr>
              <a:t>) =&gt; ({ ...</a:t>
            </a:r>
            <a:r>
              <a:rPr lang="ko-KR" altLang="ko-KR" dirty="0" err="1">
                <a:latin typeface="+mn-lt"/>
              </a:rPr>
              <a:t>item</a:t>
            </a:r>
            <a:r>
              <a:rPr lang="ko-KR" altLang="ko-KR" dirty="0">
                <a:latin typeface="+mn-lt"/>
              </a:rPr>
              <a:t> })),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total</a:t>
            </a:r>
            <a:r>
              <a:rPr lang="ko-KR" altLang="ko-KR" dirty="0">
                <a:latin typeface="+mn-lt"/>
              </a:rPr>
              <a:t>: </a:t>
            </a:r>
            <a:r>
              <a:rPr lang="ko-KR" altLang="ko-KR" dirty="0" err="1">
                <a:latin typeface="+mn-lt"/>
              </a:rPr>
              <a:t>totalPrice</a:t>
            </a:r>
            <a:r>
              <a:rPr lang="ko-KR" altLang="ko-KR" dirty="0">
                <a:latin typeface="+mn-lt"/>
              </a:rPr>
              <a:t>,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});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setCart</a:t>
            </a:r>
            <a:r>
              <a:rPr lang="ko-KR" altLang="ko-KR" dirty="0">
                <a:latin typeface="+mn-lt"/>
              </a:rPr>
              <a:t>([]);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</a:t>
            </a:r>
            <a:r>
              <a:rPr lang="ko-KR" altLang="ko-KR" dirty="0" err="1">
                <a:latin typeface="+mn-lt"/>
              </a:rPr>
              <a:t>setCustomerName</a:t>
            </a:r>
            <a:r>
              <a:rPr lang="ko-KR" altLang="ko-KR" dirty="0">
                <a:latin typeface="+mn-lt"/>
              </a:rPr>
              <a:t>("");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}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32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74EB69-E120-84B9-4FA7-D29FE0CE4D46}"/>
              </a:ext>
            </a:extLst>
          </p:cNvPr>
          <p:cNvSpPr txBox="1"/>
          <p:nvPr/>
        </p:nvSpPr>
        <p:spPr>
          <a:xfrm>
            <a:off x="570271" y="476803"/>
            <a:ext cx="857372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④ 장바구니의 ‘주문하기’ 버튼 바로 위에 추가하세요.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</a:t>
            </a:r>
            <a:r>
              <a:rPr lang="ko-KR" altLang="ko-KR" dirty="0" err="1">
                <a:latin typeface="+mn-lt"/>
              </a:rPr>
              <a:t>div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className</a:t>
            </a:r>
            <a:r>
              <a:rPr lang="ko-KR" altLang="ko-KR" dirty="0">
                <a:latin typeface="+mn-lt"/>
              </a:rPr>
              <a:t>="</a:t>
            </a:r>
            <a:r>
              <a:rPr lang="ko-KR" altLang="ko-KR" dirty="0" err="1">
                <a:latin typeface="+mn-lt"/>
              </a:rPr>
              <a:t>customer-field</a:t>
            </a:r>
            <a:r>
              <a:rPr lang="ko-KR" altLang="ko-KR" dirty="0">
                <a:latin typeface="+mn-lt"/>
              </a:rPr>
              <a:t>"&gt;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</a:t>
            </a:r>
            <a:r>
              <a:rPr lang="ko-KR" altLang="ko-KR" dirty="0" err="1">
                <a:latin typeface="+mn-lt"/>
              </a:rPr>
              <a:t>label</a:t>
            </a:r>
            <a:r>
              <a:rPr lang="ko-KR" altLang="ko-KR" dirty="0">
                <a:latin typeface="+mn-lt"/>
              </a:rPr>
              <a:t> </a:t>
            </a:r>
            <a:r>
              <a:rPr lang="ko-KR" altLang="ko-KR" dirty="0" err="1">
                <a:latin typeface="+mn-lt"/>
              </a:rPr>
              <a:t>htmlFor</a:t>
            </a:r>
            <a:r>
              <a:rPr lang="ko-KR" altLang="ko-KR" dirty="0">
                <a:latin typeface="+mn-lt"/>
              </a:rPr>
              <a:t>="</a:t>
            </a:r>
            <a:r>
              <a:rPr lang="ko-KR" altLang="ko-KR" dirty="0" err="1">
                <a:latin typeface="+mn-lt"/>
              </a:rPr>
              <a:t>customer-name</a:t>
            </a:r>
            <a:r>
              <a:rPr lang="ko-KR" altLang="ko-KR" dirty="0">
                <a:latin typeface="+mn-lt"/>
              </a:rPr>
              <a:t>"&gt;주문자 이름&lt;/</a:t>
            </a:r>
            <a:r>
              <a:rPr lang="ko-KR" altLang="ko-KR" dirty="0" err="1">
                <a:latin typeface="+mn-lt"/>
              </a:rPr>
              <a:t>label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</a:t>
            </a:r>
            <a:r>
              <a:rPr lang="ko-KR" altLang="ko-KR" dirty="0" err="1">
                <a:latin typeface="+mn-lt"/>
              </a:rPr>
              <a:t>input</a:t>
            </a:r>
            <a:endParaRPr lang="ko-KR" altLang="ko-KR" dirty="0">
              <a:latin typeface="+mn-lt"/>
            </a:endParaRP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id</a:t>
            </a:r>
            <a:r>
              <a:rPr lang="ko-KR" altLang="ko-KR" dirty="0">
                <a:latin typeface="+mn-lt"/>
              </a:rPr>
              <a:t>="</a:t>
            </a:r>
            <a:r>
              <a:rPr lang="ko-KR" altLang="ko-KR" dirty="0" err="1">
                <a:latin typeface="+mn-lt"/>
              </a:rPr>
              <a:t>customer-name</a:t>
            </a:r>
            <a:r>
              <a:rPr lang="ko-KR" altLang="ko-KR" dirty="0">
                <a:latin typeface="+mn-lt"/>
              </a:rPr>
              <a:t>"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ref</a:t>
            </a:r>
            <a:r>
              <a:rPr lang="ko-KR" altLang="ko-KR" dirty="0">
                <a:latin typeface="+mn-lt"/>
              </a:rPr>
              <a:t>={</a:t>
            </a:r>
            <a:r>
              <a:rPr lang="ko-KR" altLang="ko-KR" dirty="0" err="1">
                <a:latin typeface="+mn-lt"/>
              </a:rPr>
              <a:t>nameInputRef</a:t>
            </a: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value</a:t>
            </a:r>
            <a:r>
              <a:rPr lang="ko-KR" altLang="ko-KR" dirty="0">
                <a:latin typeface="+mn-lt"/>
              </a:rPr>
              <a:t>={</a:t>
            </a:r>
            <a:r>
              <a:rPr lang="ko-KR" altLang="ko-KR" dirty="0" err="1">
                <a:latin typeface="+mn-lt"/>
              </a:rPr>
              <a:t>customerName</a:t>
            </a:r>
            <a:r>
              <a:rPr lang="ko-KR" altLang="ko-KR" dirty="0">
                <a:latin typeface="+mn-lt"/>
              </a:rPr>
              <a:t>}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onChange</a:t>
            </a:r>
            <a:r>
              <a:rPr lang="ko-KR" altLang="ko-KR" dirty="0">
                <a:latin typeface="+mn-lt"/>
              </a:rPr>
              <a:t>={(</a:t>
            </a:r>
            <a:r>
              <a:rPr lang="ko-KR" altLang="ko-KR" dirty="0" err="1">
                <a:latin typeface="+mn-lt"/>
              </a:rPr>
              <a:t>event</a:t>
            </a:r>
            <a:r>
              <a:rPr lang="ko-KR" altLang="ko-KR" dirty="0">
                <a:latin typeface="+mn-lt"/>
              </a:rPr>
              <a:t>) =&gt; </a:t>
            </a:r>
            <a:r>
              <a:rPr lang="ko-KR" altLang="ko-KR" dirty="0" err="1">
                <a:latin typeface="+mn-lt"/>
              </a:rPr>
              <a:t>setCustomerName</a:t>
            </a:r>
            <a:r>
              <a:rPr lang="ko-KR" altLang="ko-KR" dirty="0">
                <a:latin typeface="+mn-lt"/>
              </a:rPr>
              <a:t>(</a:t>
            </a:r>
            <a:r>
              <a:rPr lang="ko-KR" altLang="ko-KR" dirty="0" err="1">
                <a:latin typeface="+mn-lt"/>
              </a:rPr>
              <a:t>event.target.value</a:t>
            </a:r>
            <a:r>
              <a:rPr lang="ko-KR" altLang="ko-KR" dirty="0">
                <a:latin typeface="+mn-lt"/>
              </a:rPr>
              <a:t>)}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  </a:t>
            </a:r>
            <a:r>
              <a:rPr lang="ko-KR" altLang="ko-KR" dirty="0" err="1">
                <a:latin typeface="+mn-lt"/>
              </a:rPr>
              <a:t>placeholder</a:t>
            </a:r>
            <a:r>
              <a:rPr lang="ko-KR" altLang="ko-KR" dirty="0">
                <a:latin typeface="+mn-lt"/>
              </a:rPr>
              <a:t>="이름을 입력하세요"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/&gt;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&lt;/</a:t>
            </a:r>
            <a:r>
              <a:rPr lang="ko-KR" altLang="ko-KR" dirty="0" err="1">
                <a:latin typeface="+mn-lt"/>
              </a:rPr>
              <a:t>div</a:t>
            </a:r>
            <a:r>
              <a:rPr lang="ko-KR" altLang="ko-KR" dirty="0">
                <a:latin typeface="+mn-lt"/>
              </a:rPr>
              <a:t>&gt;</a:t>
            </a:r>
            <a:endParaRPr lang="en-US" altLang="ko-KR" dirty="0">
              <a:latin typeface="+mn-lt"/>
            </a:endParaRP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>
              <a:buNone/>
            </a:pPr>
            <a:r>
              <a:rPr lang="ko-KR" altLang="ko-KR" b="1" dirty="0"/>
              <a:t>⑤ 주문 결과의 다음 줄을 찾으세요.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&lt;h3&gt;주문 완료!&lt;/h3&gt;</a:t>
            </a:r>
            <a:endParaRPr lang="en-US" altLang="ko-KR" dirty="0">
              <a:latin typeface="+mn-lt"/>
            </a:endParaRPr>
          </a:p>
          <a:p>
            <a:pPr rtl="0">
              <a:buNone/>
            </a:pPr>
            <a:endParaRPr lang="ko-KR" altLang="ko-KR" dirty="0">
              <a:latin typeface="+mn-lt"/>
            </a:endParaRPr>
          </a:p>
          <a:p>
            <a:pPr>
              <a:buNone/>
            </a:pPr>
            <a:r>
              <a:rPr lang="ko-KR" altLang="ko-KR" b="1" dirty="0"/>
              <a:t>그 바로 아래에 추가하세요.</a:t>
            </a:r>
            <a:endParaRPr lang="ko-KR" altLang="ko-KR" dirty="0"/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</a:t>
            </a:r>
            <a:r>
              <a:rPr lang="ko-KR" altLang="ko-KR" dirty="0" err="1">
                <a:latin typeface="+mn-lt"/>
              </a:rPr>
              <a:t>p</a:t>
            </a:r>
            <a:r>
              <a:rPr lang="ko-KR" altLang="ko-KR" dirty="0">
                <a:latin typeface="+mn-lt"/>
              </a:rPr>
              <a:t>&gt;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  &lt;</a:t>
            </a:r>
            <a:r>
              <a:rPr lang="ko-KR" altLang="ko-KR" dirty="0" err="1">
                <a:latin typeface="+mn-lt"/>
              </a:rPr>
              <a:t>strong</a:t>
            </a:r>
            <a:r>
              <a:rPr lang="ko-KR" altLang="ko-KR" dirty="0">
                <a:latin typeface="+mn-lt"/>
              </a:rPr>
              <a:t>&gt;{</a:t>
            </a:r>
            <a:r>
              <a:rPr lang="ko-KR" altLang="ko-KR" dirty="0" err="1">
                <a:latin typeface="+mn-lt"/>
              </a:rPr>
              <a:t>order.customerName</a:t>
            </a:r>
            <a:r>
              <a:rPr lang="ko-KR" altLang="ko-KR" dirty="0">
                <a:latin typeface="+mn-lt"/>
              </a:rPr>
              <a:t>}&lt;/</a:t>
            </a:r>
            <a:r>
              <a:rPr lang="ko-KR" altLang="ko-KR" dirty="0" err="1">
                <a:latin typeface="+mn-lt"/>
              </a:rPr>
              <a:t>strong</a:t>
            </a:r>
            <a:r>
              <a:rPr lang="ko-KR" altLang="ko-KR" dirty="0">
                <a:latin typeface="+mn-lt"/>
              </a:rPr>
              <a:t>&gt; 님의 주문입니다.</a:t>
            </a:r>
          </a:p>
          <a:p>
            <a:pPr rtl="0">
              <a:buNone/>
            </a:pPr>
            <a:r>
              <a:rPr lang="ko-KR" altLang="ko-KR" dirty="0">
                <a:latin typeface="+mn-lt"/>
              </a:rPr>
              <a:t>&lt;/</a:t>
            </a:r>
            <a:r>
              <a:rPr lang="ko-KR" altLang="ko-KR" dirty="0" err="1">
                <a:latin typeface="+mn-lt"/>
              </a:rPr>
              <a:t>p</a:t>
            </a:r>
            <a:r>
              <a:rPr lang="ko-KR" altLang="ko-KR" dirty="0">
                <a:latin typeface="+mn-lt"/>
              </a:rPr>
              <a:t>&gt;</a:t>
            </a:r>
            <a:endParaRPr lang="ko-KR" altLang="ko-K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694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324BB8-155E-4D24-92E1-AC89E680F278}"/>
              </a:ext>
            </a:extLst>
          </p:cNvPr>
          <p:cNvSpPr txBox="1"/>
          <p:nvPr/>
        </p:nvSpPr>
        <p:spPr>
          <a:xfrm>
            <a:off x="835742" y="3266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⑥ </a:t>
            </a:r>
            <a:r>
              <a:rPr lang="ko-KR" altLang="ko-KR" b="1" dirty="0">
                <a:latin typeface="+mn-lt"/>
              </a:rPr>
              <a:t>App.css</a:t>
            </a:r>
            <a:r>
              <a:rPr lang="ko-KR" altLang="ko-KR" b="1" dirty="0"/>
              <a:t> 맨 아래에 추가하세요.</a:t>
            </a:r>
            <a:endParaRPr lang="ko-KR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7B9056-55C1-6628-5ACE-554A6629F9D3}"/>
              </a:ext>
            </a:extLst>
          </p:cNvPr>
          <p:cNvSpPr txBox="1"/>
          <p:nvPr/>
        </p:nvSpPr>
        <p:spPr>
          <a:xfrm>
            <a:off x="1189703" y="917912"/>
            <a:ext cx="6096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.</a:t>
            </a:r>
            <a:r>
              <a:rPr lang="ko-KR" altLang="en-US" sz="1600" dirty="0" err="1"/>
              <a:t>customer-field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margin</a:t>
            </a:r>
            <a:r>
              <a:rPr lang="ko-KR" altLang="en-US" sz="1600" dirty="0"/>
              <a:t>: 16px 0;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text-align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left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.</a:t>
            </a:r>
            <a:r>
              <a:rPr lang="ko-KR" altLang="en-US" sz="1600" dirty="0" err="1"/>
              <a:t>customer-field</a:t>
            </a:r>
            <a:r>
              <a:rPr lang="ko-KR" altLang="en-US" sz="1600" dirty="0"/>
              <a:t> </a:t>
            </a:r>
            <a:r>
              <a:rPr lang="ko-KR" altLang="en-US" sz="1600" dirty="0" err="1"/>
              <a:t>label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display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block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margin-bottom</a:t>
            </a:r>
            <a:r>
              <a:rPr lang="ko-KR" altLang="en-US" sz="1600" dirty="0"/>
              <a:t>: 8px;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font-weight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bold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.</a:t>
            </a:r>
            <a:r>
              <a:rPr lang="ko-KR" altLang="en-US" sz="1600" dirty="0" err="1"/>
              <a:t>customer-field</a:t>
            </a:r>
            <a:r>
              <a:rPr lang="ko-KR" altLang="en-US" sz="1600" dirty="0"/>
              <a:t> </a:t>
            </a:r>
            <a:r>
              <a:rPr lang="ko-KR" altLang="en-US" sz="1600" dirty="0" err="1"/>
              <a:t>input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width</a:t>
            </a:r>
            <a:r>
              <a:rPr lang="ko-KR" altLang="en-US" sz="1600" dirty="0"/>
              <a:t>: 100%;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padding</a:t>
            </a:r>
            <a:r>
              <a:rPr lang="ko-KR" altLang="en-US" sz="1600" dirty="0"/>
              <a:t>: 12px;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border</a:t>
            </a:r>
            <a:r>
              <a:rPr lang="ko-KR" altLang="en-US" sz="1600" dirty="0"/>
              <a:t>: 1px </a:t>
            </a:r>
            <a:r>
              <a:rPr lang="ko-KR" altLang="en-US" sz="1600" dirty="0" err="1"/>
              <a:t>solid</a:t>
            </a:r>
            <a:r>
              <a:rPr lang="ko-KR" altLang="en-US" sz="1600" dirty="0"/>
              <a:t> #ccd4d6;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border-radius</a:t>
            </a:r>
            <a:r>
              <a:rPr lang="ko-KR" altLang="en-US" sz="1600" dirty="0"/>
              <a:t>: 8px;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font</a:t>
            </a:r>
            <a:r>
              <a:rPr lang="ko-KR" altLang="en-US" sz="1600" dirty="0"/>
              <a:t>: </a:t>
            </a:r>
            <a:r>
              <a:rPr lang="ko-KR" altLang="en-US" sz="1600" dirty="0" err="1"/>
              <a:t>inherit</a:t>
            </a:r>
            <a:r>
              <a:rPr lang="ko-KR" altLang="en-US" sz="1600" dirty="0"/>
              <a:t>;</a:t>
            </a:r>
          </a:p>
          <a:p>
            <a:r>
              <a:rPr lang="ko-KR" altLang="en-US" sz="1600" dirty="0"/>
              <a:t>}</a:t>
            </a:r>
          </a:p>
          <a:p>
            <a:endParaRPr lang="ko-KR" altLang="en-US" sz="1600" dirty="0"/>
          </a:p>
          <a:p>
            <a:r>
              <a:rPr lang="ko-KR" altLang="en-US" sz="1600" dirty="0"/>
              <a:t>.</a:t>
            </a:r>
            <a:r>
              <a:rPr lang="ko-KR" altLang="en-US" sz="1600" dirty="0" err="1"/>
              <a:t>customer-field</a:t>
            </a:r>
            <a:r>
              <a:rPr lang="ko-KR" altLang="en-US" sz="1600" dirty="0"/>
              <a:t> </a:t>
            </a:r>
            <a:r>
              <a:rPr lang="ko-KR" altLang="en-US" sz="1600" dirty="0" err="1"/>
              <a:t>input:focus</a:t>
            </a:r>
            <a:r>
              <a:rPr lang="ko-KR" altLang="en-US" sz="1600" dirty="0"/>
              <a:t> {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outline</a:t>
            </a:r>
            <a:r>
              <a:rPr lang="ko-KR" altLang="en-US" sz="1600" dirty="0"/>
              <a:t>: 2px </a:t>
            </a:r>
            <a:r>
              <a:rPr lang="ko-KR" altLang="en-US" sz="1600" dirty="0" err="1"/>
              <a:t>solid</a:t>
            </a:r>
            <a:r>
              <a:rPr lang="ko-KR" altLang="en-US" sz="1600" dirty="0"/>
              <a:t> #008c95;</a:t>
            </a:r>
          </a:p>
          <a:p>
            <a:r>
              <a:rPr lang="ko-KR" altLang="en-US" sz="1600" dirty="0"/>
              <a:t>  </a:t>
            </a:r>
            <a:r>
              <a:rPr lang="ko-KR" altLang="en-US" sz="1600" dirty="0" err="1"/>
              <a:t>outline-offset</a:t>
            </a:r>
            <a:r>
              <a:rPr lang="ko-KR" altLang="en-US" sz="1600" dirty="0"/>
              <a:t>: 2px;</a:t>
            </a:r>
          </a:p>
          <a:p>
            <a:r>
              <a:rPr lang="ko-KR" altLang="en-US" sz="1600" dirty="0"/>
              <a:t>}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88C2C97-6D98-BFEB-4FAB-8C498E586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538" y="4295999"/>
            <a:ext cx="6485182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6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3271</Words>
  <Application>Microsoft Office PowerPoint</Application>
  <PresentationFormat>와이드스크린</PresentationFormat>
  <Paragraphs>591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App.jsx 내용을 모두 지우고 아래 코드를 넣으세요</vt:lpstr>
      <vt:lpstr>① cafe/src/App.jsx 내용을 모두 아래 코드로 바꾸세요.</vt:lpstr>
      <vt:lpstr>② 같은 src 폴더의 App.css 내용을 모두 아래 코드로 바꾸세요.</vt:lpstr>
      <vt:lpstr>③ src/index.css 내용도 모두 아래 코드로 바꾸세요.</vt:lpstr>
      <vt:lpstr>메뉴 카드 한 개 넣기 :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‘담기’를 누르면 장바구니에 메뉴가 표시</vt:lpstr>
      <vt:lpstr>‘담기’를 누르면 장바구니에 메뉴가 표시</vt:lpstr>
      <vt:lpstr>PowerPoint 프레젠테이션</vt:lpstr>
      <vt:lpstr>장바구니에서 −, +, 삭제 버튼으로 직접 조절하는 기능</vt:lpstr>
      <vt:lpstr>PowerPoint 프레젠테이션</vt:lpstr>
      <vt:lpstr>PowerPoint 프레젠테이션</vt:lpstr>
      <vt:lpstr>장바구니 전체 금액을 계산</vt:lpstr>
      <vt:lpstr>PowerPoint 프레젠테이션</vt:lpstr>
      <vt:lpstr>PowerPoint 프레젠테이션</vt:lpstr>
      <vt:lpstr>‘주문하기’를 누르면 오른쪽에 주문 결과를 표시하는 기능</vt:lpstr>
      <vt:lpstr>PowerPoint 프레젠테이션</vt:lpstr>
      <vt:lpstr>PowerPoint 프레젠테이션</vt:lpstr>
      <vt:lpstr>PowerPoint 프레젠테이션</vt:lpstr>
      <vt:lpstr>주문자 이름을 입력하고, 이름이 없으면 입력창으로 커서를 이동하는 기능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은진 이</dc:creator>
  <cp:lastModifiedBy>은진 이</cp:lastModifiedBy>
  <cp:revision>2</cp:revision>
  <dcterms:created xsi:type="dcterms:W3CDTF">2026-10-25T14:25:52Z</dcterms:created>
  <dcterms:modified xsi:type="dcterms:W3CDTF">2026-10-25T15:13:06Z</dcterms:modified>
</cp:coreProperties>
</file>